
<file path=[Content_Types].xml><?xml version="1.0" encoding="utf-8"?>
<Types xmlns="http://schemas.openxmlformats.org/package/2006/content-types"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1" r:id="rId7"/>
    <p:sldId id="260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140" autoAdjust="0"/>
    <p:restoredTop sz="94660"/>
  </p:normalViewPr>
  <p:slideViewPr>
    <p:cSldViewPr snapToGrid="0">
      <p:cViewPr varScale="1">
        <p:scale>
          <a:sx n="131" d="100"/>
          <a:sy n="131" d="100"/>
        </p:scale>
        <p:origin x="132" y="4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611.43872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3-03-21T06:15:01.532"/>
    </inkml:context>
    <inkml:brush xml:id="br0">
      <inkml:brushProperty name="width" value="0.13333" units="cm"/>
      <inkml:brushProperty name="height" value="0.13333" units="cm"/>
      <inkml:brushProperty name="color" value="#FFFFFF"/>
      <inkml:brushProperty name="fitToCurve" value="1"/>
    </inkml:brush>
  </inkml:definitions>
  <inkml:traceGroup>
    <inkml:annotationXML>
      <emma:emma xmlns:emma="http://www.w3.org/2003/04/emma" version="1.0">
        <emma:interpretation id="{C198F154-050F-4F79-B478-45F6A9E58187}" emma:medium="tactile" emma:mode="ink">
          <msink:context xmlns:msink="http://schemas.microsoft.com/ink/2010/main" type="inkDrawing" rotatedBoundingBox="18443,8216 22399,5467 23204,6626 19248,9375" shapeName="None"/>
        </emma:interpretation>
      </emma:emma>
    </inkml:annotationXML>
    <inkml:trace contextRef="#ctx0" brushRef="#br0">1487 283 137 0,'0'0'189'0,"0"0"-8"0,0 0-13 0,0 0-12 16,0 0-9-16,0 0-7 0,0 0-9 0,0 0-21 15,0 0-5-15,0 0-8 0,0 0-8 0,0 0-11 0,0 0-11 16,0 0-1-16,0 0-7 0,0 0-6 16,0 0 4-16,0 0-3 0,0 0-7 0,8 108-2 15,-8-53-5-15,0-55-5 0,11 78 0 0,0-24-7 0,-8-17 1 16,-3-37-6-16,11 70-1 0,-3-37 0 0,-8-33-2 15,7 44-5-15,-7-44 1 0,15 49-2 16,-15-49 0-16,0 0 1 0,7 41-5 0,-7-41-4 16,0 0 2-16,0 0 2 0,0 0-4 0,0 0-1 0,0 0 2 15,15 32 1-15,-15-32-2 0,0 0 0 0,0 0-5 16,0 0 2-16,0 0-21 0,0 0-15 0,0 0-19 16,0 0-20-16,0 0-12 0,0 0-13 0,-19-138-2 15,19 138-5-15,-11-41 4 0,11 41-4 0,-11-39 4 0,11 39 7 16,-7-40 3-16,7 40 1 0,0 0 3 0,-15-57 1 15,15 57 4-15,0 0 7 0,-7-44 7 16,7 44 10-16,0 0 3 0,-15-35 9 0,15 35 1 0,0 0 10 16,0 0 3-16,0 0 1 0,-14-37 7 0,14 37 12 15,0 0-11-15,0 0 12 0,0 0 0 0,0 0 7 16,0 0-6-16,0 0 9 0,0 0 13 0,0 0 2 16,0 0 10-16,0 0 8 0,-11-42 7 0,11 42 6 15,0 0 7-15,0 0 7 0,0 0 6 0,0 0-5 16,-15-44 6-16,15 44-2 0,0 0-4 0,-15-53 5 15,15 53-2-15,0-39 2 0,0 39 4 0,-3-56-1 16,3 56-8-16,7-53-4 0,-7 53-11 0,22-43 1 16,-7 15-3-16,-15 28-7 0,29-39-1 0,-7 8-3 0,-22 31 7 15,37-30 0-15,-37 30-4 0,33-25-3 16,-33 25 1-16,36-10-7 0,-36 10-1 0,0 0 2 16,0 0-4-16,0 0-1 0,55 36 3 0,-55-36-3 0,18 43-2 15,-18-43-2-15,4 67-1 0,-4-67-2 0,-11 68-5 16,11-68 3-16,-26 60-4 0,12-39 0 15,14-21 3-15,-37 49-6 0,19-23 5 0,-8-1-3 0,26-25-1 16,-36 35-2-16,36-35 0 0,-33 27-8 0,33-27-8 16,0 0-31-16,-37 14-19 0,37-14-41 0,0 0-30 15,0 0-44-15,0 0-157 0,0 0-360 0,0 0 160 16</inkml:trace>
    <inkml:trace contextRef="#ctx0" brushRef="#br0" timeOffset="1">1989 106 20 0,'0'0'157'0,"0"0"-11"0,0 0 0 0,0 0-2 0,0 0-3 15,15-65 0-15,-15 65-12 0,0 0-9 0,0 0-14 16,0 0-11-16,0 0-4 0,0 0-1 0,0 0-1 15,0 0-6-15,0 0-4 0,0 0-2 16,29 122-10-16,-29-122-6 0,0 94-6 0,0-38-6 0,7-18-5 16,-7-38-4-16,4 77-3 0,0-40-2 0,-4-37-3 15,0 67-6-15,0-67 0 0,7 44-3 0,-7-44-4 16,0 0 2-16,0 48-8 0,0-48 2 0,0 0 2 0,0 0-2 16,0 0-1-16,0 0-1 0,0 0-2 15,0 0-1-15,0 0-2 0,0 0 0 0,0 0-4 16,0 0 0-16,0 0-3 0,0 0-12 0,7-172-9 0,-14 135-3 15,7 37-4-15,-7-75-1 0,3 41 4 0,4 34 3 16,-4-66 4-16,4 66 3 0,4-45-3 0,-4 45 1 16,0 0 5-16,11-63 3 0,-11 63-3 15,11-38 0-15,-11 38 2 0,26-32 1 0,-26 32 2 16,0 0-2-16,36-28 0 0,-36 28 6 0,0 0 1 0,0 0 2 16,0 0-5-16,0 0 4 0,70 45 1 0,-70-45-3 15,11 44 0-15,-11-44 4 0,4 55-3 0,-4-55 8 0,-11 53-8 16,11-53 6-16,-19 53-4 0,19-53 2 0,-25 39 0 15,25-39 0-15,-22 29 0 0,22-29-4 16,0 0 6-16,-22 26-3 0,22-26 1 0,0 0 3 16,0 0-1-16,0 0-2 0,0 0-1 0,0 0 0 0,0 0-2 15,0 0 5-15,0 0 2 0,0 0 4 0,0 0-4 16,0 0-1-16,0 0 0 0,0 0 2 0,0 0 0 16,0 0 3-16,0 0 5 0,0 0 2 0,0 0 0 15,0 0 1-15,80 44 5 0,-58-30 0 0,-22-14-2 16,48 39-2-16,-22-18 0 0,-26-21-5 0,47 39 2 15,-21-17-4-15,-26-22 1 0,33 32-6 0,-33-32-2 16,25 21-6-16,-25-21-20 0,0 0-20 0,30 22-24 0,-30-22-18 16,0 0-22-16,0 0-32 0,0 0-31 0,0 0-163 15,0 0-357-15,0 0 159 0</inkml:trace>
    <inkml:trace contextRef="#ctx0" brushRef="#br0" timeOffset="2">2638 101 90 0,'0'0'137'0,"0"0"-6"15,0 0 6-15,0 0 1 0,0 0 3 0,0 0 4 16,0 0-5-16,0 0-9 0,0 0-12 0,0 0-12 16,0 0-6-16,0 0 1 0,0 0-4 0,0 0-2 15,0 0-5-15,0 0-4 0,0 0-3 0,-118 53-4 16,107-30-5-16,11-23-8 0,-22 51-3 0,22-51 0 16,-7 46-12-16,7-46-5 0,0 0-4 0,11 55 0 15,-11-55-12-15,0 0 2 0,29 45-2 0,-29-45-5 16,33 15-1-16,-33-15 0 0,0 0-6 0,66-6 1 0,-66 6-4 15,55-29 0-15,-22 5-5 0,-7 2 5 16,-26 22-5-16,40-45 4 0,-29 16-6 0,-11 29 5 16,11-45 4-16,-11 45 0 0,-4-65-6 0,4 65 2 0,-22-52-4 15,4 25 3-15,18 27-3 0,-29-39 2 0,29 39-4 16,-29-25 0-16,29 25-6 0,0 0-10 16,-44-11-19-16,44 11-20 0,0 0-29 0,0 0-25 15,0 0-39-15,0 0-44 0,-81 35-228 0,81-35-446 0,-18 25 198 16</inkml:trace>
    <inkml:trace contextRef="#ctx0" brushRef="#br0" timeOffset="3">3052-109 71 0,'0'0'171'0,"0"0"-5"0,0 0-7 0,0 0-5 0,0 0-11 16,0 0-10-16,0 0-13 0,0 0-10 0,0 0-13 15,0 0-5-15,0 0-11 0,0 0-4 0,0 0-6 16,0 0-4-16,0 0 3 0,0 0-14 0,0 0 2 15,0 0-9-15,0 0-1 0,0 0-8 0,14 95 2 16,-14-95-5-16,15 70-6 0,-4-32-1 0,-7 0-2 0,-4-38 0 16,11 73-1-16,-8-36-1 0,-3-37 4 15,8 69 0-15,-1-35-3 0,-7-34-5 0,4 48 0 16,-4-48 0-16,0 0 1 0,0 57-4 0,0-57-1 0,0 0 1 16,0 0-3-16,0 0 6 0,0 0 18 0,3 40-2 15,-3-40-1-15,0 0-6 0,0 0 5 0,0 0-5 16,0 0-3-16,0 0-5 0,0 0 0 0,-33-139 0 15,22 82-5-15,0 3-6 0,-3-5 1 0,3 0-4 16,0-2 1-16,7 25-5 0,4 36 5 16,-7-75-4-16,7 44-1 0,0 31 0 0,7-66-2 15,-7 66 1-15,7-43-1 0,-7 43-1 0,15-36 1 0,-15 36-3 16,29-35 1-16,-29 35-2 0,22-32 2 0,-22 32 0 0,37-24-3 16,-37 24 2-16,40-16 1 0,-40 16 1 15,0 0-1-15,0 0-2 0,59 5 0 0,-59-5 2 16,0 0-2-16,29 40-2 0,-29-40 4 0,15 40 1 0,-15-40-1 15,-8 65 2-15,8-65-2 0,-25 61 1 0,6-30 0 16,5-1-3-16,14-30 2 0,-37 57 3 16,26-36-1-16,11-21-5 0,-33 31-12 0,33-31-12 0,0 0-20 15,-25 30-19-15,25-30-31 0,0 0-35 0,0 0-31 16,0 0-29-16,0 0-186 0,0 0-406 0,0 0 180 16</inkml:trace>
    <inkml:trace contextRef="#ctx0" brushRef="#br0" timeOffset="4">3718-176 36 0,'0'0'161'0,"0"0"-5"0,0 0-4 16,0 0-4-16,0 0-4 0,44-43 0 0,-44 43-7 15,0 0-2-15,26-24 2 0,-26 24-6 0,0 0 1 16,0 0-3-16,22-37-2 0,-22 37-3 0,0 0-3 16,0 0-5-16,0 0-11 0,0 0-5 0,0 0-2 15,-44-63-8-15,44 63-8 0,-40-8 1 0,40 8-11 16,0 0-7-16,-66-2 3 0,66 2-13 0,0 0-6 15,-63 17-6-15,63-17 1 0,0 0-8 0,-40 19-2 0,40-19-3 16,0 0-2-16,0 0-1 0,-18 29-11 0,18-29 1 16,0 0 0-16,0 0-2 0,0 0 4 0,0 0-2 15,0 0-1-15,62 56-7 0,-62-56-2 0,55 24-2 16,-22-7 1-16,0-2-7 0,4 0 3 0,-37-15 3 16,58 28 2-16,-28-8-8 0,-1 2-1 0,-29-22-3 15,40 40 0-15,-40-40-2 0,15 38 1 0,-15-38-1 16,-4 42 3-16,4-42 1 0,-29 48 0 0,3-20 1 15,1-4-1-15,-5-1 3 0,30-23 2 0,-62 37-9 16,36-26 10-16,26-11-5 0,-55 22 1 0,55-22 2 16,-44 11-6-16,44-11-20 0,-47 4-33 0,47-4-44 15,0 0-55-15,-63-5-62 0,63 5-270 0,0 0-526 16,-47-10 232-16</inkml:trace>
    <inkml:trace contextRef="#ctx0" brushRef="#br0" timeOffset="5">26 1836 59 0,'0'0'189'0,"0"0"-1"15,0 0-4-15,0 0-8 0,0 0-7 0,18 34-12 16,-22-10-10-16,-3 9-10 0,0 0-9 0,-12 27-11 15,1-8-11-15,0 1-16 0,-4-16 0 0,0 14-11 16,3-16-7-16,5 3-8 0,-1-1-3 0,11 0-8 16,-10-6-5-16,14 1-3 0,-4-9-4 0,8 1-1 15,3-5-5-15,4-3 0 0,0-2-2 0,0-6-5 16,11 1 0-16,4-6-6 0,18-3-2 0,0-1 1 16,0-6-2-16,21-2-4 0,-24 0-4 0,3-1 0 0,-4 1-1 15,0 1-2-15,1-2-1 0,-16 9-25 16,-6-2-38-16,6 5-37 0,-10-2-47 0,-4 0-47 15,-11 0-189-15,15 3-405 0,-15-3 180 16</inkml:trace>
  </inkml:traceGroup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611.43872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3-03-21T06:15:01.538"/>
    </inkml:context>
    <inkml:brush xml:id="br0">
      <inkml:brushProperty name="width" value="0.13333" units="cm"/>
      <inkml:brushProperty name="height" value="0.13333" units="cm"/>
      <inkml:brushProperty name="color" value="#FFFFFF"/>
      <inkml:brushProperty name="fitToCurve" value="1"/>
    </inkml:brush>
  </inkml:definitions>
  <inkml:traceGroup>
    <inkml:annotationXML>
      <emma:emma xmlns:emma="http://www.w3.org/2003/04/emma" version="1.0">
        <emma:interpretation id="{B1EEB956-16AD-471D-97C8-74D9114823FD}" emma:medium="tactile" emma:mode="ink">
          <msink:context xmlns:msink="http://schemas.microsoft.com/ink/2010/main" type="inkDrawing" rotatedBoundingBox="18891,8775 19200,6585 20125,6715 19815,8906" shapeName="None"/>
        </emma:interpretation>
      </emma:emma>
    </inkml:annotationXML>
    <inkml:trace contextRef="#ctx0" brushRef="#br0">0 48 22 0,'0'0'129'0,"0"0"-7"0,0 0-5 0,0 0-12 15,66-37-9-15,-66 37-13 0,0 0 0 0,55-13-6 16,-55 13 8-16,36-4-3 0,-36 4-5 0,0 0-9 16,0 0-3-16,88 23-3 0,-88-23 11 0,59 28-2 15,-27-6-6-15,1 4-4 0,0 0 0 0,11 17-8 16,-3-3 1-16,-1 4 1 0,0 5 7 0,-3 6-5 16,-1 1-2-16,-3 7-5 0,0 0 0 0,-7 2 2 15,-8 2 4-15,4 5 1 0,-11-4-3 0,-4 11 5 0,-7-3-4 16,0 1 1-16,0-4 1 0,-7 0 2 15,-11 2-2-15,-4 3-2 0,0-5-5 0,-11 3-1 0,-4-7-7 16,1-5 4-16,-8 4-7 0,3-4 8 0,-10-2-9 16,7-5 4-16,-3 6-2 0,3-10-2 0,4-4-4 15,3-6 0-15,8-13-7 0,10-16 5 0,-3 14-7 16,-3-4-3-16,7-15 0 0,3 1-4 0,0 2 0 16,8-5-2-16,0-2-5 0,-1-1 3 0,8-4-2 15,-11 0-7-15,11 0 4 0,0 0-3 0,0 0 3 16,0 0 1-16,-18-4-4 0,18 4 0 0,0 0 0 15,-4-10 3-15,4 10-4 0,0 0 0 0,-3-13-2 16,3 13 0-16,0 0-1 0,0-12-2 0,0 12-2 16,0-12-4-16,0 12-5 0,0 0-5 0,0 0-12 15,3-14-11-15,-3 14-12 0,0 0-15 0,4-7-22 16,-4 7-21-16,0 0-22 0,7-6-36 0,-7 6-23 16,0 0-41-16,11-9-156 0,-11 9-420 0,0 0 186 0</inkml:trace>
  </inkml:traceGroup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611.43872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3-03-21T06:15:01.539"/>
    </inkml:context>
    <inkml:brush xml:id="br0">
      <inkml:brushProperty name="width" value="0.13333" units="cm"/>
      <inkml:brushProperty name="height" value="0.13333" units="cm"/>
      <inkml:brushProperty name="color" value="#FFFFFF"/>
      <inkml:brushProperty name="fitToCurve" value="1"/>
    </inkml:brush>
  </inkml:definitions>
  <inkml:traceGroup>
    <inkml:annotationXML>
      <emma:emma xmlns:emma="http://www.w3.org/2003/04/emma" version="1.0">
        <emma:interpretation id="{ED1BE934-65C7-4E0A-B7B0-131CB3CB14FE}" emma:medium="tactile" emma:mode="ink">
          <msink:context xmlns:msink="http://schemas.microsoft.com/ink/2010/main" type="inkDrawing" rotatedBoundingBox="18728,11991 19193,12862 18683,13134 18218,12263" shapeName="None"/>
        </emma:interpretation>
      </emma:emma>
    </inkml:annotationXML>
    <inkml:trace contextRef="#ctx0" brushRef="#br0">92 1455 91 0,'11'-3'165'0,"-11"3"-2"0,14 5-4 0,-3 2-1 16,-3 9-8-16,-8 7-6 0,-4 9-9 0,-3 4-6 15,-8 22-9-15,-3-21-8 0,-8 17-5 0,1-1-4 0,-5-2-6 16,5-2-6-16,6-11-9 0,-6 15-8 16,10-17-6-16,0 1-6 0,12-2-9 0,3-4-3 15,-4-8-2-15,8-2-5 0,7 8-1 0,7-3-7 0,0-10 0 16,8 5-4-16,7-5 0 0,0-3-5 15,3-3 0-15,-3 1-6 0,8-7-1 0,3-2 0 16,0 2-1-16,-1-1-4 0,16-8 2 0,-15 8-3 0,-4-3 0 16,-3 2-3-16,-4-2 0 0,-8-1-4 0,-3-1-4 15,0 0-26-15,-3 1-16 0,-5 0-20 0,-7-1-19 16,-7 2-29-16,15-3-27 0,-15 3-38 0,7-5-190 16,-7 5-391-16,0 0 173 0</inkml:trace>
  </inkml:traceGroup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611.43872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3-03-21T06:15:01.540"/>
    </inkml:context>
    <inkml:brush xml:id="br0">
      <inkml:brushProperty name="width" value="0.13333" units="cm"/>
      <inkml:brushProperty name="height" value="0.13333" units="cm"/>
      <inkml:brushProperty name="color" value="#FFFFFF"/>
      <inkml:brushProperty name="fitToCurve" value="1"/>
    </inkml:brush>
  </inkml:definitions>
  <inkml:traceGroup>
    <inkml:annotationXML>
      <emma:emma xmlns:emma="http://www.w3.org/2003/04/emma" version="1.0">
        <emma:interpretation id="{20593C73-7FBE-4D63-803B-5D4CDFB0A04C}" emma:medium="tactile" emma:mode="ink">
          <msink:context xmlns:msink="http://schemas.microsoft.com/ink/2010/main" type="inkDrawing" rotatedBoundingBox="18305,12523 19176,10501 19942,10831 19072,12853" shapeName="None"/>
        </emma:interpretation>
      </emma:emma>
    </inkml:annotationXML>
    <inkml:trace contextRef="#ctx0" brushRef="#br0">590 65 45 0,'0'0'120'0,"0"0"-1"0,-11 1-9 15,11-1-12-15,0 0 5 0,-15-4 5 0,15 4-3 16,0 0-1-16,0 0-9 0,-4-7 3 0,4 7-7 15,0 0-4-15,0 0-9 0,0 0-6 0,19-18-12 0,-8 10-2 16,10 1-4-16,1 0 2 0,0-1-9 0,4 4-3 16,14 4-1-16,-3 0 0 0,3 5-6 0,-3 6-2 15,-1 7-3-15,16 17-2 0,-16-11 3 0,12 23-3 16,-4 4 0-16,-8 2-5 0,-10 1 0 0,3 6 4 16,-11 4-2-16,-7 9-4 0,-7-2-4 0,-8 3 4 15,-7 5-2-15,-7 0 0 0,-11 0-4 0,-11 3-2 16,-8 4 3-16,0 2 4 0,-3-7 1 0,-7-5 0 15,-1 2 5-15,1-8 8 0,-8-5 6 0,3-4 2 16,1-3 5-16,-7-1 0 0,6-7 1 0,5-1 2 16,-4-8 1-16,10-3-6 0,20-11-10 0,-1-3-1 15,3-3 3-15,5-3-10 0,6-4-1 0,1-2-2 0,0 3-4 16,7-2-2-16,-4-6 2 0,8 1-8 0,-4 0 0 16,4-2 2-16,-1 3-3 0,5-7-3 15,3-2 1-15,0 0-4 0,-15 7 4 0,15-7-1 16,-4 5 0-16,4-5-5 0,0 0 1 0,0 0-1 0,0 0 0 15,0 0-4-15,0 0 5 0,-7-21-4 16,7 21 5-16,4-17-8 0,-4 17-4 0,3-24-13 0,-3 18-19 16,8-6-13-16,-8 12-18 0,7-15-11 0,-3 7-13 15,-1 2-5-15,-3 6-6 0,4-11-15 0,-4 11-13 16,4-12-7-16,-4 12-13 0,7-6-18 0,-7 6-165 16,0 0-362-16,0 0 161 0</inkml:trace>
  </inkml:traceGroup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611.43872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3-03-21T06:15:01.541"/>
    </inkml:context>
    <inkml:brush xml:id="br0">
      <inkml:brushProperty name="width" value="0.13333" units="cm"/>
      <inkml:brushProperty name="height" value="0.13333" units="cm"/>
      <inkml:brushProperty name="color" value="#FFFFFF"/>
      <inkml:brushProperty name="fitToCurve" value="1"/>
    </inkml:brush>
  </inkml:definitions>
  <inkml:traceGroup>
    <inkml:annotationXML>
      <emma:emma xmlns:emma="http://www.w3.org/2003/04/emma" version="1.0">
        <emma:interpretation id="{F071216E-5304-46BA-94A4-626F73B78467}" emma:medium="tactile" emma:mode="ink">
          <msink:context xmlns:msink="http://schemas.microsoft.com/ink/2010/main" type="inkDrawing" rotatedBoundingBox="10505,8154 11459,8031 11560,8811 10605,8934" shapeName="None"/>
        </emma:interpretation>
      </emma:emma>
    </inkml:annotationXML>
    <inkml:trace contextRef="#ctx0" brushRef="#br0">282 1402 36 0,'0'0'101'0,"0"0"16"0,0 0 2 15,0 0 4-15,0 0-3 0,0 0 1 0,0 0-5 16,0 0-4-16,0 0-7 0,0 0-13 0,0 0 4 15,0 0 2-15,0 0-3 0,0 0-3 0,-77 46-5 16,41 7-10-16,-5 7-10 0,5 0-2 0,-4 0-12 0,7 0 4 16,0-4-11-16,0 4-3 0,11-3-3 0,-4 0-3 15,0 2-7-15,16-24-2 0,2 2-2 16,5-2-4-16,3-12 0 0,0-3-4 0,7-2 1 0,4-2 3 16,3-2-8-16,5-6-1 0,3-4 2 0,14-8-5 15,5-3 0-15,24-12-1 0,1 2 1 0,-3-2 0 16,-1-6 1-16,7 4-4 0,-3-6 5 0,-4 2 1 15,4 2 0-15,-4-3-2 0,-18 16 2 0,-3-2 0 16,-5 2-2-16,-6 8-6 0,-12 0-10 0,-4-1-17 16,1 5-25-16,-15-2-29 0,15 3-18 15,-15-3-37-15,3 5-39 0,-3-5-157 0,0 0-353 16,-18 17 157-16</inkml:trace>
  </inkml:traceGroup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611.43872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3-03-21T06:15:01.542"/>
    </inkml:context>
    <inkml:brush xml:id="br0">
      <inkml:brushProperty name="width" value="0.13333" units="cm"/>
      <inkml:brushProperty name="height" value="0.13333" units="cm"/>
      <inkml:brushProperty name="color" value="#FFFFFF"/>
      <inkml:brushProperty name="fitToCurve" value="1"/>
    </inkml:brush>
  </inkml:definitions>
  <inkml:traceGroup>
    <inkml:annotationXML>
      <emma:emma xmlns:emma="http://www.w3.org/2003/04/emma" version="1.0">
        <emma:interpretation id="{4F8C8638-DB79-483F-9E39-5DD852CDDA52}" emma:medium="tactile" emma:mode="ink">
          <msink:context xmlns:msink="http://schemas.microsoft.com/ink/2010/main" type="inkDrawing" rotatedBoundingBox="10544,6059 12541,5610 12738,6487 10741,6937" shapeName="None"/>
        </emma:interpretation>
      </emma:emma>
    </inkml:annotationXML>
    <inkml:trace contextRef="#ctx0" brushRef="#br0">27 385 46 0,'0'0'111'0,"0"0"-7"0,0 0 0 0,-25-71-11 16,25 71 8-16,-4-43-21 0,4 43-3 0,4-63-16 16,-4 63 3-16,10-55 3 0,-10 55 0 0,15-45 7 15,-15 45 6-15,15-44-2 0,-15 44 6 0,22-39-5 16,-22 39-10-16,22-26-7 0,-22 26 0 0,0 0-9 15,0 0-5-15,0 0-10 0,0 0-3 0,0 0-10 16,0 0 10-16,0 0 1 0,80 58-10 0,-80-58-1 16,11 48-1-16,-11-48-1 0,4 65-3 15,-4-65-5-15,-7 54 4 0,7-54-6 0,-15 53 3 0,15-53-1 16,-18 43-6-16,18-43 4 0,-19 35-6 0,19-35-2 16,-18 29-9-16,18-29-18 0,0 0-22 0,0 0-15 0,-29 26-34 15,29-26-28-15,0 0-48 0,0 0-90 0,0 0-280 16,0 0 124-16</inkml:trace>
    <inkml:trace contextRef="#ctx0" brushRef="#br0" timeOffset="1">111 373 41 0,'0'0'138'0,"0"0"-13"0,0 0 10 15,-14-73-17-15,14 73 15 0,0 0 2 0,-11-35 3 16,11 35-8-16,0 0 7 0,0 0-5 0,0 0-1 0,0 0-5 16,0 0-6-16,-8-44-12 0,8 44-12 0,0 0-5 15,0 0-11-15,0 0-6 0,0 0-10 0,0 0-5 16,0 0-6-16,0 0-6 0,22 130-1 0,-11-77-7 16,11 0-4-16,-18-14-1 0,11-5-3 0,-1 19-3 15,1-18-7-15,-15-35 1 0,22 67-10 16,-11-36-2-16,0-1-16 0,-11-30-19 0,18 55-21 15,-18-55-21-15,11 37-20 0,-11-37-37 0,0 0-24 0,15 39-44 16,-15-39-141-16,0 0-360 0,0 0 160 0</inkml:trace>
    <inkml:trace contextRef="#ctx0" brushRef="#br0" timeOffset="2">492 88 141 0,'0'0'168'16,"0"0"-7"-16,0 0-1 0,0 0-11 0,-7-64-2 15,7 64-13-15,0 0-12 0,0 0-11 0,0 0-10 16,0 0-14-16,0 0-13 0,0 0-3 0,0 0 6 16,0 0-4-16,0 0-5 0,0 0-1 0,0 0-3 15,0 0-7-15,22 144-5 0,-19-107-3 16,-3-37-6-16,15 78-1 0,-4-38-8 0,-4 0-3 0,4-1-6 16,-11-39 4-16,18 72-7 0,-10-35-4 0,-1-3 0 15,-7-34-3-15,11 56 0 0,-11-56 1 0,7 39-4 16,-7-39-6-16,0 0-5 0,0 0-3 0,0 0 1 15,0 0-10-15,0 0-18 0,0 0-9 0,0 0-13 16,0 0-7-16,0 0 6 0,0 0 3 0,0 0 1 16,-65-144 9-16,54 106 3 0,0 0 3 15,11 38-1-15,-11-70 0 0,7 36 8 0,4 34 3 0,-4-55 6 16,4 55 0-16,8-47 5 0,-8 47 12 0,11-42 3 0,-11 42 16 16,22-39 1-16,-22 39-1 0,25-34 0 0,-25 34 0 15,33-22-1-15,-33 22 0 0,0 0-4 0,0 0-8 16,48-5 8-16,-48 5 1 0,0 0-6 0,0 0 7 15,40 48-2-15,-40-48-1 0,15 43 0 0,-15-43 1 16,0 0-5-16,-4 76 0 0,4-76-3 0,-18 52 3 16,18-52 1-16,-19 41-2 0,19-41-1 0,-18 36 4 15,18-36-8-15,0 0 4 0,-26 29 2 0,26-29-5 16,0 0 2-16,0 0 0 0,0 0 3 0,0 0-5 16,0 0-2-16,0 0-4 0,0 0 10 0,0 0-8 15,0 0-6-15,0 0 10 0,0 0 4 0,0 0-3 16,0 0-2-16,0 0 3 0,0 0 8 0,110-18 5 15,-110 18-2-15,70 24 0 0,-41-8-3 0,0 0-1 16,-29-16-2-16,59 39 2 0,-30-17-2 0,0-2 0 0,-29-20-2 16,30 40-3-16,-30-40-1 0,25 33-3 15,-25-33-9-15,22 32-16 0,-22-32-23 0,0 0-23 0,0 0-21 16,0 0-17-16,0 0-28 0,0 0-37 0,0 0-124 16,0 0-320-16,0 0 142 0</inkml:trace>
    <inkml:trace contextRef="#ctx0" brushRef="#br0" timeOffset="3">1070 181 32 0,'0'0'221'0,"0"0"-16"0,-25-50-7 0,25 50-17 0,0 0-6 15,0 0-12-15,0 0-17 0,0 0-10 0,0 0-14 16,0 0-10-16,0 0-13 0,0 0-9 15,0 0-9-15,0 0-4 0,0 0-9 0,0 0-4 0,0 0-5 16,-59 74 0-16,59-74-4 0,-7 58-6 0,7-58-5 16,0 44-1-16,0-44 0 0,0 0-3 15,22 65-7-15,-22-65-2 0,25 32-1 0,-25-32-3 0,37 19-2 16,-37-19-1-16,47 5-3 0,-47-5 3 0,0 0-6 16,77-19-3-16,-77 19-1 0,48-34 1 0,-48 34 1 15,29-37-2-15,-29 37 1 0,7-41-1 0,-7 41-2 16,0-44 0-16,0 44 1 0,-25-58 1 0,7 32-1 15,18 26-5-15,-41-46 1 0,16 26-1 0,25 20 0 16,-44-24-1-16,44 24 0 0,-41-14-3 0,41 14 0 16,0 0-3-16,-58 5-6 0,58-5-21 0,0 0-33 15,-48 25-37-15,48-25-36 0,0 0-41 0,-18 35-46 16,18-35-166-16,0 0-417 0,0 0 185 0</inkml:trace>
    <inkml:trace contextRef="#ctx0" brushRef="#br0" timeOffset="4">1337-88 17 0,'0'0'178'0,"0"0"-1"0,0 0-8 0,0 0-7 16,0 0-4-16,0 0-16 0,0 0-10 0,0 0-12 15,0 0-10-15,0 0-5 0,0 0-1 0,0 0-4 16,0 0-6-16,0 0-7 0,0 0-5 0,0 0-7 15,0 0-7-15,0 0 0 0,19 127-10 0,-16-94-7 16,-3-33-2-16,19 70-3 0,-8-36-8 0,3-1-3 16,-3 3-1-16,-11-36-4 0,26 64-5 0,-15-29-1 15,-11-35-3-15,18 41 2 0,-18-41-6 16,15 50-1-16,-15-50-2 0,14 30 3 0,-14-30-4 0,0 0-3 0,0 0-2 16,0 0-2-16,0 0 0 0,0 0-5 15,0 0-7-15,0 0-4 0,0 0-7 0,0 0-3 0,0 0-4 16,0 0 0-16,0 0-1 0,-65-126 5 0,39 74-3 15,11 15-2-15,1 4 7 0,3-5-1 0,-4 4 6 16,0-3-1-16,15 37 0 0,-14-75 3 0,3 38 3 16,11 37-4-16,-4-64 0 0,4 64 8 0,0-66 0 15,0 66 1-15,7-44 2 0,-7 44 1 0,8-41 2 16,-8 41 9-16,14-36 3 0,-14 36 2 0,0 0 3 16,22-35-4-16,-22 35-5 0,0 0 4 0,0 0-3 15,0 0-2-15,0 0 4 0,0 0-2 0,0 0 1 16,0 0-1-16,81 79-3 0,-74-49 4 0,-7-30-2 15,4 68-5-15,-4-68 0 0,-4 69-2 0,4-69 4 16,-14 67-2-16,6-37-1 0,8-30 1 0,-18 62-1 16,18-62-7-16,-18 39-14 0,18-39-16 0,-15 36-27 15,15-36-29-15,0 0-19 0,-26 24-27 0,26-24-46 0,0 0-149 16,0 0-356-16,0 0 159 0</inkml:trace>
    <inkml:trace contextRef="#ctx0" brushRef="#br0" timeOffset="5">1791-166 105 0,'0'0'144'0,"0"0"-5"0,0 0-1 0,0 0-3 16,0 0-6-16,29-49-2 0,-29 49-8 0,0 0-6 15,0 0 1-15,0 0 5 0,0 0-2 0,0 0 2 16,-36-63-3-16,36 63-3 0,-40-11-6 0,40 11-3 16,0 0-6-16,-66 6-6 0,66-6-5 0,0 0-9 15,-66 23-7-15,66-23-6 0,-33 26-7 0,33-26-11 0,0 0-1 16,-18 30-5-16,18-30-1 0,0 0-6 0,0 0-4 16,0 0-6-16,0 0 2 0,62 55-3 15,-62-55-2-15,66 21-3 0,-33-12-2 0,3 3-3 0,-36-12 0 16,84 20-5-16,-47-9 7 0,18 10-6 0,-19-9 2 15,-36-12-5-15,52 34 3 0,-52-34-4 0,14 36 1 16,-14-36-4-16,0 54 4 0,0-54-5 0,-40 65 1 16,14-33 3-16,-17 7-3 0,13-12 1 0,-6-3 3 15,-12 7-5-15,15-14 2 0,-3 0 0 0,36-17-14 16,-66 23-27-16,29-14-39 0,37-9-50 0,-66 0-50 16,66 0-66-16,0 0-163 0,-62-13-438 0,62 13 194 15</inkml:trace>
  </inkml:traceGroup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611.43872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3-03-21T06:15:01.548"/>
    </inkml:context>
    <inkml:brush xml:id="br0">
      <inkml:brushProperty name="width" value="0.13333" units="cm"/>
      <inkml:brushProperty name="height" value="0.13333" units="cm"/>
      <inkml:brushProperty name="color" value="#FFFFFF"/>
      <inkml:brushProperty name="fitToCurve" value="1"/>
    </inkml:brush>
  </inkml:definitions>
  <inkml:traceGroup>
    <inkml:annotationXML>
      <emma:emma xmlns:emma="http://www.w3.org/2003/04/emma" version="1.0">
        <emma:interpretation id="{297773AA-60B5-4E8F-8189-166B49EDD97F}" emma:medium="tactile" emma:mode="ink">
          <msink:context xmlns:msink="http://schemas.microsoft.com/ink/2010/main" type="inkDrawing" rotatedBoundingBox="10650,8638 13962,6475 14099,6685 10787,8847" shapeName="None"/>
        </emma:interpretation>
      </emma:emma>
    </inkml:annotationXML>
    <inkml:trace contextRef="#ctx0" brushRef="#br0">3360-1 42 0,'0'0'117'0,"0"0"4"0,0 0-10 0,0 0 3 16,0 0-5-16,0 0 5 0,0 0 2 0,0 0-2 15,0 0-1-15,0 0-5 0,0 0-5 0,0 0-9 16,0 0-12-16,0 0-6 0,0 0-5 0,0 0-2 16,0 0-5-16,-84-14-1 0,84 14-5 0,-77 22 0 0,7 1-4 15,5 2-2-15,-12 8-4 0,0 2-4 16,-4 9-3-16,-10 5-4 0,-4 2-2 0,-8 2 0 16,-3 3 0-16,-4 5-3 0,-3 4 0 0,-12 4-3 0,-3 6 4 15,0-6 3-15,-4 13 5 0,1 4 15 0,-12 2 0 16,4-3 4-16,7 2-1 0,-7 2-3 0,7 0-3 15,4-4-3-15,11-2-6 0,0-4 2 0,11-1-6 16,14-2 2-16,4-4-5 0,15-10-4 0,15-13 1 16,17-4-6-16,20-19-2 0,6-7-6 0,0 0 3 15,8-2-8-15,3-5 2 0,-3 0-2 0,7-3-4 16,0-9 1-16,0 12 1 0,0-12-7 0,0 0 6 16,0 0-4-16,0 0-4 0,7 12 0 15,-7-12 0-15,0 0-1 0,0 0 1 0,19-17-5 16,-12 7-5-16,0 0-15 0,1 4-21 0,-5-6-25 0,8-4-24 15,-4 7-23-15,4-6-28 0,-3 0-24 0,6-1-23 16,-6 0-50-16,3-3-147 0,-11 19-418 0,0 0 185 0</inkml:trace>
  </inkml:traceGroup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611.43872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3-03-21T06:24:45.347"/>
    </inkml:context>
    <inkml:brush xml:id="br0">
      <inkml:brushProperty name="width" value="0.13333" units="cm"/>
      <inkml:brushProperty name="height" value="0.13333" units="cm"/>
      <inkml:brushProperty name="color" value="#FFFFFF"/>
      <inkml:brushProperty name="fitToCurve" value="1"/>
    </inkml:brush>
  </inkml:definitions>
  <inkml:traceGroup>
    <inkml:annotationXML>
      <emma:emma xmlns:emma="http://www.w3.org/2003/04/emma" version="1.0">
        <emma:interpretation id="{C844B9F3-A646-41DC-B358-BD1156C4046E}" emma:medium="tactile" emma:mode="ink">
          <msink:context xmlns:msink="http://schemas.microsoft.com/ink/2010/main" type="writingRegion" rotatedBoundingBox="17800,4667 22519,3352 22882,4656 18164,5971"/>
        </emma:interpretation>
      </emma:emma>
    </inkml:annotationXML>
    <inkml:traceGroup>
      <inkml:annotationXML>
        <emma:emma xmlns:emma="http://www.w3.org/2003/04/emma" version="1.0">
          <emma:interpretation id="{736440B9-F46B-44B6-AECE-DEC305E50356}" emma:medium="tactile" emma:mode="ink">
            <msink:context xmlns:msink="http://schemas.microsoft.com/ink/2010/main" type="paragraph" rotatedBoundingBox="17800,4667 22519,3352 22882,4656 18164,5971" alignmentLevel="1"/>
          </emma:interpretation>
        </emma:emma>
      </inkml:annotationXML>
      <inkml:traceGroup>
        <inkml:annotationXML>
          <emma:emma xmlns:emma="http://www.w3.org/2003/04/emma" version="1.0">
            <emma:interpretation id="{4FDC65E7-41B5-482D-95FC-C5B429F6D3B8}" emma:medium="tactile" emma:mode="ink">
              <msink:context xmlns:msink="http://schemas.microsoft.com/ink/2010/main" type="line" rotatedBoundingBox="17800,4667 22519,3352 22883,4656 18164,5971"/>
            </emma:interpretation>
          </emma:emma>
        </inkml:annotationXML>
        <inkml:traceGroup>
          <inkml:annotationXML>
            <emma:emma xmlns:emma="http://www.w3.org/2003/04/emma" version="1.0">
              <emma:interpretation id="{7E60CD69-FB22-4ED6-A280-9A7D5B5B703F}" emma:medium="tactile" emma:mode="ink">
                <msink:context xmlns:msink="http://schemas.microsoft.com/ink/2010/main" type="inkWord" rotatedBoundingBox="17800,4667 22519,3352 22883,4656 18164,5971"/>
              </emma:interpretation>
            </emma:emma>
          </inkml:annotationXML>
          <inkml:trace contextRef="#ctx0" brushRef="#br0">732 90 108 0,'0'0'179'16,"0"0"-13"-16,-33-45-9 0,33 45-5 0,0 0-2 15,-44-29-4-15,44 29 0 0,-44-14-4 0,44 14-7 0,-62-2-2 16,62 2-3-16,-77 9-4 0,77-9-7 0,-73 21-5 16,33-7-9-16,7 3 3 0,-4 5-12 15,4 3-1-15,0 2-4 0,-7 16-1 0,7 10-3 0,11-2-1 16,4-14-11-16,3 17-1 0,4 5-5 0,11 0-5 15,0-20-7-15,7 19-4 0,4 6-7 0,8-6-3 16,3-5-4-16,-4-16-5 0,8-5 0 0,-1 0-3 16,19 8-6-16,-11-17-5 0,22 4 5 0,-19-11-5 15,8-8 2-15,19-4-6 0,-63-4-2 0,106-8 0 16,-70-3-1-16,23-13 0 0,-1-2-4 0,-3-10 3 16,-3-1-1-16,-5-2-1 0,-3-7-2 0,-7 1-1 15,-15 11 2-15,0-20 6 0,-11 0-8 0,-8 13-8 16,-3-15 6-16,-3-1 0 0,-12 20 6 0,-11-15-2 0,-3 5 4 15,3 17 4-15,-21-10-8 0,-4 6 2 16,-1 7-2-16,12 8 0 0,0 0 3 0,-19 4-8 16,19 3 0-16,-22 1 3 0,18 6-23 0,44 5-18 0,-110 3-28 15,48 2-37-15,18-1-50 0,-18 9-49 0,3-3-62 16,-10 5-250-16,28-7-552 0,-17 9 245 16</inkml:trace>
          <inkml:trace contextRef="#ctx0" brushRef="#br0" timeOffset="4342.7868">285 405 46 0,'0'0'174'0,"0"0"0"15,0 0-21-15,0 0-16 0,0 0-16 0,0 0-8 0,0 0-14 16,0 0-7-16,106-28-10 0,-40 8 5 0,0-3-1 16,4-4 4-16,-1 0 4 0,8 0 2 0,4-1 2 15,10 3-2-15,4-4-3 0,-3-1-6 0,7 0 7 16,-1 6-5-16,-2 1-6 0,2 2-7 0,-6 2-8 16,-8 4-8-16,-7 4 0 0,-11-2-10 0,-30 6-6 15,-36 7-9-15,63-7-4 0,-63 7-11 0,0 0-10 16,44-4-8-16,-44 4-11 0,0 0-12 0,0 0-18 15,0 0-11-15,0 0-10 0,0 0-14 16,0 0-14-16,0 0-22 0,0 0-20 0,0 0-24 0,0 0-46 16,0 0-102-16,0 0-325 0,0 0 145 0</inkml:trace>
          <inkml:trace contextRef="#ctx0" brushRef="#br0" timeOffset="4824.4187">2401-696 4 0,'0'0'192'15,"0"0"-6"-15,0 0-5 0,0 0-13 0,0 0-13 16,0 0-17-16,0 0-14 0,0 0-16 0,0 0-10 16,0 0-11-16,0 0-5 0,0 0-11 0,0 0-2 15,0 0-9-15,0 0-6 0,-4 129-1 0,4-73-8 0,4 1-3 16,-4-57-5-16,0 98-3 0,3-44-2 0,-3-15-6 16,0-39 0-16,8 70 2 0,-5-34-5 0,-3-36-5 15,4 54 2-15,-4-54-2 0,7 41-2 16,-7-41-19-16,0 0-19 0,0 0-11 0,0 0-14 15,8 39-22-15,-8-39-17 0,0 0-32 0,0 0-24 0,0 0-138 16,0 0-302-16,0 0 134 0</inkml:trace>
          <inkml:trace contextRef="#ctx0" brushRef="#br0" timeOffset="5116.9549">2207-706 14 0,'0'0'137'0,"0"0"3"0,0 0-12 0,0 0-8 0,-22-54-15 15,22 54-6-15,0 0-9 0,0 0-4 16,0 0-18-16,44-37-6 0,-44 37-6 0,47-11-10 0,-47 11 1 16,70-2-10-16,-70 2 4 0,84 5 3 0,-40 1-12 15,18 8-3-15,-25 4-9 0,21 6 0 16,-25-4-1-16,15 20 2 0,-12 1 1 0,-10-10-8 16,0 19 3-16,-12-17-5 0,1 4-2 0,-11 0 1 0,3 19-3 15,-7-56 0-15,-18 96 0 0,3-59 2 0,-14 10-6 16,7-14 4-16,-19 9-2 0,9-17-1 0,2 1 4 15,-3-3-6-15,4-3 5 0,-8-2-2 16,37-18 1-16,-51 27 0 0,51-27-2 0,-40 19-1 0,40-19-4 16,0 0-20-16,-33 10-15 0,33-10-25 0,0 0-28 0,0 0-39 15,0 0-94-15,0 0-239 0,0 0 106 16</inkml:trace>
          <inkml:trace contextRef="#ctx0" brushRef="#br0" timeOffset="5955.5792">3092-720 97 0,'0'0'176'16,"0"0"-10"-16,0 0-1 0,0 0-7 0,0 0-17 0,-3-67-11 15,3 67-16-15,0 0-11 0,0 0-8 0,0 0-11 16,0 0-4-16,0 0-6 0,0 0-5 0,0 0-2 15,0 0-7-15,-4 156-6 0,4-115-1 0,0 17-14 16,0-4 4-16,0-54-4 0,0 76-8 0,0-37 0 16,0-39 0-16,0 64-2 0,0-64-4 0,4 52-4 15,-4-52-2-15,0 0-2 0,3 43 2 0,-3-43-5 16,0 0-2-16,0 0 1 0,0 0-3 0,0 0 0 16,0 0 1-16,0 0-3 0,0 0 0 0,0 0-2 15,0 0-3-15,15-149-1 0,-11 95 1 0,-1 15 1 16,-6-19-4-16,3-6 2 0,3 3-1 0,-3 3 1 15,-3-6-2-15,6 10 1 0,-3 54-2 16,0-70-1-16,8 36-4 0,-8 34 2 0,3-44 2 0,-3 44 2 0,0 0-1 16,0 0-1-16,15-41 4 0,-15 41-5 15,0 0 1-15,0 0 3 0,0 0-4 0,0 0 2 0,0 0 4 16,77 63-4-16,-59-30 3 0,15 18 0 0,-18-16 1 16,7 21-2-16,-4-2 1 0,-3-16 1 0,-4-3 3 15,0 1-3-15,3 0-1 0,-14-36-1 0,19 72-2 16,-8-39 1-16,-11-33-23 0,3 43-23 0,-3-43-23 15,0 0-23-15,4 51-30 0,-4-51-24 16,0 0-162-16,0 0-332 0,0 0 147 0</inkml:trace>
          <inkml:trace contextRef="#ctx0" brushRef="#br0" timeOffset="6120.6426">3067-502 119 0,'0'0'117'0,"139"-21"-17"0,-99 12-8 0,19 1-8 15,-23-1-13-15,27-10-26 0,-23 11-34 0,-4-4-54 0,-36 12-57 16,74-29-107-16,-38 18 47 0</inkml:trace>
          <inkml:trace contextRef="#ctx0" brushRef="#br0" timeOffset="6562.2231">3539-877 77 0,'0'0'181'0,"0"0"-6"0,0 0-18 0,0 0-16 0,0 0-15 16,0 0-10-16,0 0-13 0,0 0-8 0,0 0-8 15,0 0-8-15,0 0-9 0,135-24-13 0,-135 24-8 16,70-9 3-16,-37 7-11 0,-33 2-12 0,55-6-9 16,-55 6-12-16,0 0-11 0,62-4-13 0,-62 4-17 15,0 0-12-15,0 0 1 0,0 0-7 0,0 0 3 16,0 0 4-16,0 0 0 0,0 0 7 0,0 0 3 16,0 0 3-16,0 0 11 0,0 0-5 0,0 0 6 15,0 0 1-15,0 0 2 0,0 0 4 0,0 0 6 16,-143 35-2-16,143-35 22 0,0 0 10 0,0 0 6 15,0 0 0-15,-44 3 11 0,44-3 9 0,0 0 16 16,0 0 5-16,0 0 5 0,0 0 0 0,0 0-8 16,0 0-3-16,0 0-9 0,0 0-5 0,0 0 0 15,0 0 10-15,0 0 3 0,-14 43 2 0,14-43-5 0,0 0-5 16,22 74-7-16,-22-74-1 0,14 87-3 16,-10-46-5-16,0-5-7 0,-4-36 1 0,3 94-9 15,1-56-2-15,-4-38-5 0,4 67-12 0,-1-37-25 16,-3-30-28-16,4 45-41 0,-4-45-24 0,14 44-37 15,-14-44-38-15,0 0-131 0,19 36-344 0,-19-36 153 0</inkml:trace>
          <inkml:trace contextRef="#ctx0" brushRef="#br0" timeOffset="6962.0812">4110-794 140 0,'0'0'211'0,"0"0"-11"15,0 0-20-15,0 0 1 0,0 0-6 16,0 0-10-16,0 0-15 0,0 0-13 0,0 0-15 16,0 0-12-16,-7 115-10 0,7-115-13 0,0 77-2 0,7-39-10 15,-7-38-8-15,11 69-6 0,-4-34-9 0,-7-35-2 16,11 53-6-16,-11-53-2 0,7 40-7 0,-7-40 0 16,0 0-6-16,0 0-1 0,8 38-1 0,-8-38-4 15,0 0-2-15,0 0-4 0,0 0 0 0,0 0-3 16,0 0-4-16,0 0 0 0,7-157-1 0,-7 99-1 15,0 2-9-15,0 1-9 0,7-4-7 0,-3-4-4 16,7 0-4-16,0 3 5 0,4 5 1 0,-8 20 4 16,4 2-1-16,-11 33 0 0,15-43 4 0,-15 43 3 0,0 0-2 15,14-31 8-15,-14 31-3 0,0 0 3 16,0 0 1-16,0 0 2 0,0 0 6 0,0 0 5 16,55 82 3-16,-40-29 1 0,-4-16-2 15,3 21-3-15,8 2 0 0,-3-3 1 0,-1 1-1 0,-7-21 1 0,7 16-1 16,-10-14 1-16,6-5-4 0,-14-34-2 0,22 69-3 15,-22-69-18-15,11 42-38 0,-11-42-40 0,0 0-36 16,11 35-29-16,-11-35-45 0,0 0-130 0,0 0-361 16,0 0 160-16</inkml:trace>
          <inkml:trace contextRef="#ctx0" brushRef="#br0" timeOffset="7104.6799">4070-723 159 0,'0'0'178'0,"0"0"-8"15,0 0-2-15,0 0-14 0,0 0-12 0,0 0-16 16,161 10-13-16,-92-4-17 0,-3-2-7 0,-4 1-20 0,-25 3-37 16,-37-8-58-16,73-2-42 0,-73 2-166 15,51 2-253-15,-51-2 112 0</inkml:trace>
          <inkml:trace contextRef="#ctx0" brushRef="#br0" timeOffset="7588.1004">3052 118 67 0,'0'0'208'0,"0"0"-10"0,0 0-12 0,0 0-15 16,0 0-18-16,0 0-14 0,0 0-18 0,0 0-7 16,187-32-14-16,-99 15-17 0,7 1 1 0,7-2-14 15,8 3 1-15,4-2-3 0,-1-5-7 0,4 6-12 16,-3 2-6-16,-1-2-8 0,0 1 0 0,-6 4-18 15,-5 2-25-15,-3-1-33 0,-4-1-48 16,-7 0-58-16,-15 1-151 0,-29 2-324 0,-7 4 144 16</inkml:trace>
        </inkml:traceGroup>
      </inkml:traceGroup>
    </inkml:traceGroup>
  </inkml:traceGroup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611.43872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3-03-21T06:25:18.686"/>
    </inkml:context>
    <inkml:brush xml:id="br0">
      <inkml:brushProperty name="width" value="0.13333" units="cm"/>
      <inkml:brushProperty name="height" value="0.13333" units="cm"/>
      <inkml:brushProperty name="color" value="#FFFFFF"/>
      <inkml:brushProperty name="fitToCurve" value="1"/>
    </inkml:brush>
  </inkml:definitions>
  <inkml:trace contextRef="#ctx0" brushRef="#br0">732 90 108 0,'0'0'179'16,"0"0"-13"-16,-33-45-9 0,33 45-5 0,0 0-2 15,-44-29-4-15,44 29 0 0,-44-14-4 0,44 14-7 0,-62-2-2 16,62 2-3-16,-77 9-4 0,77-9-7 0,-73 21-5 16,33-7-9-16,7 3 3 0,-4 5-12 15,4 3-1-15,0 2-4 0,-7 16-1 0,7 10-3 0,11-2-1 16,4-14-11-16,3 17-1 0,4 5-5 0,11 0-5 15,0-20-7-15,7 19-4 0,4 6-7 0,8-6-3 16,3-5-4-16,-4-16-5 0,8-5 0 0,-1 0-3 16,19 8-6-16,-11-17-5 0,22 4 5 0,-19-11-5 15,8-8 2-15,19-4-6 0,-63-4-2 0,106-8 0 16,-70-3-1-16,23-13 0 0,-1-2-4 0,-3-10 3 16,-3-1-1-16,-5-2-1 0,-3-7-2 0,-7 1-1 15,-15 11 2-15,0-20 6 0,-11 0-8 0,-8 13-8 16,-3-15 6-16,-3-1 0 0,-12 20 6 0,-11-15-2 0,-3 5 4 15,3 17 4-15,-21-10-8 0,-4 6 2 16,-1 7-2-16,12 8 0 0,0 0 3 0,-19 4-8 16,19 3 0-16,-22 1 3 0,18 6-23 0,44 5-18 0,-110 3-28 15,48 2-37-15,18-1-50 0,-18 9-49 0,3-3-62 16,-10 5-250-16,28-7-552 0,-17 9 245 16</inkml:trace>
  <inkml:trace contextRef="#ctx0" brushRef="#br0" timeOffset="1">285 405 46 0,'0'0'174'0,"0"0"0"15,0 0-21-15,0 0-16 0,0 0-16 0,0 0-8 0,0 0-14 16,0 0-7-16,106-28-10 0,-40 8 5 0,0-3-1 16,4-4 4-16,-1 0 4 0,8 0 2 0,4-1 2 15,10 3-2-15,4-4-3 0,-3-1-6 0,7 0 7 16,-1 6-5-16,-2 1-6 0,2 2-7 0,-6 2-8 16,-8 4-8-16,-7 4 0 0,-11-2-10 0,-30 6-6 15,-36 7-9-15,63-7-4 0,-63 7-11 0,0 0-10 16,44-4-8-16,-44 4-11 0,0 0-12 0,0 0-18 15,0 0-11-15,0 0-10 0,0 0-14 16,0 0-14-16,0 0-22 0,0 0-20 0,0 0-24 0,0 0-46 16,0 0-102-16,0 0-325 0,0 0 145 0</inkml:trace>
  <inkml:trace contextRef="#ctx0" brushRef="#br0" timeOffset="2">2401-696 4 0,'0'0'192'15,"0"0"-6"-15,0 0-5 0,0 0-13 0,0 0-13 16,0 0-17-16,0 0-14 0,0 0-16 0,0 0-10 16,0 0-11-16,0 0-5 0,0 0-11 0,0 0-2 15,0 0-9-15,0 0-6 0,-4 129-1 0,4-73-8 0,4 1-3 16,-4-57-5-16,0 98-3 0,3-44-2 0,-3-15-6 16,0-39 0-16,8 70 2 0,-5-34-5 0,-3-36-5 15,4 54 2-15,-4-54-2 0,7 41-2 16,-7-41-19-16,0 0-19 0,0 0-11 0,0 0-14 15,8 39-22-15,-8-39-17 0,0 0-32 0,0 0-24 0,0 0-138 16,0 0-302-16,0 0 134 0</inkml:trace>
  <inkml:trace contextRef="#ctx0" brushRef="#br0" timeOffset="3">2207-706 14 0,'0'0'137'0,"0"0"3"0,0 0-12 0,0 0-8 0,-22-54-15 15,22 54-6-15,0 0-9 0,0 0-4 16,0 0-18-16,44-37-6 0,-44 37-6 0,47-11-10 0,-47 11 1 16,70-2-10-16,-70 2 4 0,84 5 3 0,-40 1-12 15,18 8-3-15,-25 4-9 0,21 6 0 16,-25-4-1-16,15 20 2 0,-12 1 1 0,-10-10-8 16,0 19 3-16,-12-17-5 0,1 4-2 0,-11 0 1 0,3 19-3 15,-7-56 0-15,-18 96 0 0,3-59 2 0,-14 10-6 16,7-14 4-16,-19 9-2 0,9-17-1 0,2 1 4 15,-3-3-6-15,4-3 5 0,-8-2-2 16,37-18 1-16,-51 27 0 0,51-27-2 0,-40 19-1 0,40-19-4 16,0 0-20-16,-33 10-15 0,33-10-25 0,0 0-28 0,0 0-39 15,0 0-94-15,0 0-239 0,0 0 106 16</inkml:trace>
  <inkml:trace contextRef="#ctx0" brushRef="#br0" timeOffset="4">3092-720 97 0,'0'0'176'16,"0"0"-10"-16,0 0-1 0,0 0-7 0,0 0-17 0,-3-67-11 15,3 67-16-15,0 0-11 0,0 0-8 0,0 0-11 16,0 0-4-16,0 0-6 0,0 0-5 0,0 0-2 15,0 0-7-15,-4 156-6 0,4-115-1 0,0 17-14 16,0-4 4-16,0-54-4 0,0 76-8 0,0-37 0 16,0-39 0-16,0 64-2 0,0-64-4 0,4 52-4 15,-4-52-2-15,0 0-2 0,3 43 2 0,-3-43-5 16,0 0-2-16,0 0 1 0,0 0-3 0,0 0 0 16,0 0 1-16,0 0-3 0,0 0 0 0,0 0-2 15,0 0-3-15,15-149-1 0,-11 95 1 0,-1 15 1 16,-6-19-4-16,3-6 2 0,3 3-1 0,-3 3 1 15,-3-6-2-15,6 10 1 0,-3 54-2 16,0-70-1-16,8 36-4 0,-8 34 2 0,3-44 2 0,-3 44 2 0,0 0-1 16,0 0-1-16,15-41 4 0,-15 41-5 15,0 0 1-15,0 0 3 0,0 0-4 0,0 0 2 0,0 0 4 16,77 63-4-16,-59-30 3 0,15 18 0 0,-18-16 1 16,7 21-2-16,-4-2 1 0,-3-16 1 0,-4-3 3 15,0 1-3-15,3 0-1 0,-14-36-1 0,19 72-2 16,-8-39 1-16,-11-33-23 0,3 43-23 0,-3-43-23 15,0 0-23-15,4 51-30 0,-4-51-24 16,0 0-162-16,0 0-332 0,0 0 147 0</inkml:trace>
  <inkml:trace contextRef="#ctx0" brushRef="#br0" timeOffset="5">3067-502 119 0,'0'0'117'0,"139"-21"-17"0,-99 12-8 0,19 1-8 15,-23-1-13-15,27-10-26 0,-23 11-34 0,-4-4-54 0,-36 12-57 16,74-29-107-16,-38 18 47 0</inkml:trace>
  <inkml:trace contextRef="#ctx0" brushRef="#br0" timeOffset="6">3539-877 77 0,'0'0'181'0,"0"0"-6"0,0 0-18 0,0 0-16 0,0 0-15 16,0 0-10-16,0 0-13 0,0 0-8 0,0 0-8 15,0 0-8-15,0 0-9 0,135-24-13 0,-135 24-8 16,70-9 3-16,-37 7-11 0,-33 2-12 0,55-6-9 16,-55 6-12-16,0 0-11 0,62-4-13 0,-62 4-17 15,0 0-12-15,0 0 1 0,0 0-7 0,0 0 3 16,0 0 4-16,0 0 0 0,0 0 7 0,0 0 3 16,0 0 3-16,0 0 11 0,0 0-5 0,0 0 6 15,0 0 1-15,0 0 2 0,0 0 4 0,0 0 6 16,-143 35-2-16,143-35 22 0,0 0 10 0,0 0 6 15,0 0 0-15,-44 3 11 0,44-3 9 0,0 0 16 16,0 0 5-16,0 0 5 0,0 0 0 0,0 0-8 16,0 0-3-16,0 0-9 0,0 0-5 0,0 0 0 15,0 0 10-15,0 0 3 0,-14 43 2 0,14-43-5 0,0 0-5 16,22 74-7-16,-22-74-1 0,14 87-3 16,-10-46-5-16,0-5-7 0,-4-36 1 0,3 94-9 15,1-56-2-15,-4-38-5 0,4 67-12 0,-1-37-25 16,-3-30-28-16,4 45-41 0,-4-45-24 0,14 44-37 15,-14-44-38-15,0 0-131 0,19 36-344 0,-19-36 153 0</inkml:trace>
  <inkml:trace contextRef="#ctx0" brushRef="#br0" timeOffset="7">4110-794 140 0,'0'0'211'0,"0"0"-11"15,0 0-20-15,0 0 1 0,0 0-6 16,0 0-10-16,0 0-15 0,0 0-13 0,0 0-15 16,0 0-12-16,-7 115-10 0,7-115-13 0,0 77-2 0,7-39-10 15,-7-38-8-15,11 69-6 0,-4-34-9 0,-7-35-2 16,11 53-6-16,-11-53-2 0,7 40-7 0,-7-40 0 16,0 0-6-16,0 0-1 0,8 38-1 0,-8-38-4 15,0 0-2-15,0 0-4 0,0 0 0 0,0 0-3 16,0 0-4-16,0 0 0 0,7-157-1 0,-7 99-1 15,0 2-9-15,0 1-9 0,7-4-7 0,-3-4-4 16,7 0-4-16,0 3 5 0,4 5 1 0,-8 20 4 16,4 2-1-16,-11 33 0 0,15-43 4 0,-15 43 3 0,0 0-2 15,14-31 8-15,-14 31-3 0,0 0 3 16,0 0 1-16,0 0 2 0,0 0 6 0,0 0 5 16,55 82 3-16,-40-29 1 0,-4-16-2 15,3 21-3-15,8 2 0 0,-3-3 1 0,-1 1-1 0,-7-21 1 0,7 16-1 16,-10-14 1-16,6-5-4 0,-14-34-2 0,22 69-3 15,-22-69-18-15,11 42-38 0,-11-42-40 0,0 0-36 16,11 35-29-16,-11-35-45 0,0 0-130 0,0 0-361 16,0 0 160-16</inkml:trace>
  <inkml:trace contextRef="#ctx0" brushRef="#br0" timeOffset="8">4070-723 159 0,'0'0'178'0,"0"0"-8"15,0 0-2-15,0 0-14 0,0 0-12 0,0 0-16 16,161 10-13-16,-92-4-17 0,-3-2-7 0,-4 1-20 0,-25 3-37 16,-37-8-58-16,73-2-42 0,-73 2-166 15,51 2-253-15,-51-2 112 0</inkml:trace>
  <inkml:trace contextRef="#ctx0" brushRef="#br0" timeOffset="9">3052 118 67 0,'0'0'208'0,"0"0"-10"0,0 0-12 0,0 0-15 16,0 0-18-16,0 0-14 0,0 0-18 0,0 0-7 16,187-32-14-16,-99 15-17 0,7 1 1 0,7-2-14 15,8 3 1-15,4-2-3 0,-1-5-7 0,4 6-12 16,-3 2-6-16,-1-2-8 0,0 1 0 0,-6 4-18 15,-5 2-25-15,-3-1-33 0,-4-1-48 16,-7 0-58-16,-15 1-151 0,-29 2-324 0,-7 4 144 16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611.43872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3-03-21T06:25:52.861"/>
    </inkml:context>
    <inkml:brush xml:id="br0">
      <inkml:brushProperty name="width" value="0.13333" units="cm"/>
      <inkml:brushProperty name="height" value="0.13333" units="cm"/>
      <inkml:brushProperty name="color" value="#FFFFFF"/>
      <inkml:brushProperty name="fitToCurve" value="1"/>
    </inkml:brush>
  </inkml:definitions>
  <inkml:trace contextRef="#ctx0" brushRef="#br0">732 90 108 0,'0'0'179'16,"0"0"-13"-16,-33-45-9 0,33 45-5 0,0 0-2 15,-44-29-4-15,44 29 0 0,-44-14-4 0,44 14-7 0,-62-2-2 16,62 2-3-16,-77 9-4 0,77-9-7 0,-73 21-5 16,33-7-9-16,7 3 3 0,-4 5-12 15,4 3-1-15,0 2-4 0,-7 16-1 0,7 10-3 0,11-2-1 16,4-14-11-16,3 17-1 0,4 5-5 0,11 0-5 15,0-20-7-15,7 19-4 0,4 6-7 0,8-6-3 16,3-5-4-16,-4-16-5 0,8-5 0 0,-1 0-3 16,19 8-6-16,-11-17-5 0,22 4 5 0,-19-11-5 15,8-8 2-15,19-4-6 0,-63-4-2 0,106-8 0 16,-70-3-1-16,23-13 0 0,-1-2-4 0,-3-10 3 16,-3-1-1-16,-5-2-1 0,-3-7-2 0,-7 1-1 15,-15 11 2-15,0-20 6 0,-11 0-8 0,-8 13-8 16,-3-15 6-16,-3-1 0 0,-12 20 6 0,-11-15-2 0,-3 5 4 15,3 17 4-15,-21-10-8 0,-4 6 2 16,-1 7-2-16,12 8 0 0,0 0 3 0,-19 4-8 16,19 3 0-16,-22 1 3 0,18 6-23 0,44 5-18 0,-110 3-28 15,48 2-37-15,18-1-50 0,-18 9-49 0,3-3-62 16,-10 5-250-16,28-7-552 0,-17 9 245 16</inkml:trace>
  <inkml:trace contextRef="#ctx0" brushRef="#br0" timeOffset="1">285 405 46 0,'0'0'174'0,"0"0"0"15,0 0-21-15,0 0-16 0,0 0-16 0,0 0-8 0,0 0-14 16,0 0-7-16,106-28-10 0,-40 8 5 0,0-3-1 16,4-4 4-16,-1 0 4 0,8 0 2 0,4-1 2 15,10 3-2-15,4-4-3 0,-3-1-6 0,7 0 7 16,-1 6-5-16,-2 1-6 0,2 2-7 0,-6 2-8 16,-8 4-8-16,-7 4 0 0,-11-2-10 0,-30 6-6 15,-36 7-9-15,63-7-4 0,-63 7-11 0,0 0-10 16,44-4-8-16,-44 4-11 0,0 0-12 0,0 0-18 15,0 0-11-15,0 0-10 0,0 0-14 16,0 0-14-16,0 0-22 0,0 0-20 0,0 0-24 0,0 0-46 16,0 0-102-16,0 0-325 0,0 0 145 0</inkml:trace>
  <inkml:trace contextRef="#ctx0" brushRef="#br0" timeOffset="1.0022">2401-696 4 0,'0'0'192'15,"0"0"-6"-15,0 0-5 0,0 0-13 0,0 0-13 16,0 0-17-16,0 0-14 0,0 0-16 0,0 0-10 16,0 0-11-16,0 0-5 0,0 0-11 0,0 0-2 15,0 0-9-15,0 0-6 0,-4 129-1 0,4-73-8 0,4 1-3 16,-4-57-5-16,0 98-3 0,3-44-2 0,-3-15-6 16,0-39 0-16,8 70 2 0,-5-34-5 0,-3-36-5 15,4 54 2-15,-4-54-2 0,7 41-2 16,-7-41-19-16,0 0-19 0,0 0-11 0,0 0-14 15,8 39-22-15,-8-39-17 0,0 0-32 0,0 0-24 0,0 0-138 16,0 0-302-16,0 0 134 0</inkml:trace>
  <inkml:trace contextRef="#ctx0" brushRef="#br0" timeOffset="2.0021">2207-706 14 0,'0'0'137'0,"0"0"3"0,0 0-12 0,0 0-8 0,-22-54-15 15,22 54-6-15,0 0-9 0,0 0-4 16,0 0-18-16,44-37-6 0,-44 37-6 0,47-11-10 0,-47 11 1 16,70-2-10-16,-70 2 4 0,84 5 3 0,-40 1-12 15,18 8-3-15,-25 4-9 0,21 6 0 16,-25-4-1-16,15 20 2 0,-12 1 1 0,-10-10-8 16,0 19 3-16,-12-17-5 0,1 4-2 0,-11 0 1 0,3 19-3 15,-7-56 0-15,-18 96 0 0,3-59 2 0,-14 10-6 16,7-14 4-16,-19 9-2 0,9-17-1 0,2 1 4 15,-3-3-6-15,4-3 5 0,-8-2-2 16,37-18 1-16,-51 27 0 0,51-27-2 0,-40 19-1 0,40-19-4 16,0 0-20-16,-33 10-15 0,33-10-25 0,0 0-28 0,0 0-39 15,0 0-94-15,0 0-239 0,0 0 106 16</inkml:trace>
  <inkml:trace contextRef="#ctx0" brushRef="#br0" timeOffset="3.0021">3092-720 97 0,'0'0'176'16,"0"0"-10"-16,0 0-1 0,0 0-7 0,0 0-17 0,-3-67-11 15,3 67-16-15,0 0-11 0,0 0-8 0,0 0-11 16,0 0-4-16,0 0-6 0,0 0-5 0,0 0-2 15,0 0-7-15,-4 156-6 0,4-115-1 0,0 17-14 16,0-4 4-16,0-54-4 0,0 76-8 0,0-37 0 16,0-39 0-16,0 64-2 0,0-64-4 0,4 52-4 15,-4-52-2-15,0 0-2 0,3 43 2 0,-3-43-5 16,0 0-2-16,0 0 1 0,0 0-3 0,0 0 0 16,0 0 1-16,0 0-3 0,0 0 0 0,0 0-2 15,0 0-3-15,15-149-1 0,-11 95 1 0,-1 15 1 16,-6-19-4-16,3-6 2 0,3 3-1 0,-3 3 1 15,-3-6-2-15,6 10 1 0,-3 54-2 16,0-70-1-16,8 36-4 0,-8 34 2 0,3-44 2 0,-3 44 2 0,0 0-1 16,0 0-1-16,15-41 4 0,-15 41-5 15,0 0 1-15,0 0 3 0,0 0-4 0,0 0 2 0,0 0 4 16,77 63-4-16,-59-30 3 0,15 18 0 0,-18-16 1 16,7 21-2-16,-4-2 1 0,-3-16 1 0,-4-3 3 15,0 1-3-15,3 0-1 0,-14-36-1 0,19 72-2 16,-8-39 1-16,-11-33-23 0,3 43-23 0,-3-43-23 15,0 0-23-15,4 51-30 0,-4-51-24 16,0 0-162-16,0 0-332 0,0 0 147 0</inkml:trace>
  <inkml:trace contextRef="#ctx0" brushRef="#br0" timeOffset="4.0022">3067-502 119 0,'0'0'117'0,"139"-21"-17"0,-99 12-8 0,19 1-8 15,-23-1-13-15,27-10-26 0,-23 11-34 0,-4-4-54 0,-36 12-57 16,74-29-107-16,-38 18 47 0</inkml:trace>
  <inkml:trace contextRef="#ctx0" brushRef="#br0" timeOffset="5.0022">3539-877 77 0,'0'0'181'0,"0"0"-6"0,0 0-18 0,0 0-16 0,0 0-15 16,0 0-10-16,0 0-13 0,0 0-8 0,0 0-8 15,0 0-8-15,0 0-9 0,135-24-13 0,-135 24-8 16,70-9 3-16,-37 7-11 0,-33 2-12 0,55-6-9 16,-55 6-12-16,0 0-11 0,62-4-13 0,-62 4-17 15,0 0-12-15,0 0 1 0,0 0-7 0,0 0 3 16,0 0 4-16,0 0 0 0,0 0 7 0,0 0 3 16,0 0 3-16,0 0 11 0,0 0-5 0,0 0 6 15,0 0 1-15,0 0 2 0,0 0 4 0,0 0 6 16,-143 35-2-16,143-35 22 0,0 0 10 0,0 0 6 15,0 0 0-15,-44 3 11 0,44-3 9 0,0 0 16 16,0 0 5-16,0 0 5 0,0 0 0 0,0 0-8 16,0 0-3-16,0 0-9 0,0 0-5 0,0 0 0 15,0 0 10-15,0 0 3 0,-14 43 2 0,14-43-5 0,0 0-5 16,22 74-7-16,-22-74-1 0,14 87-3 16,-10-46-5-16,0-5-7 0,-4-36 1 0,3 94-9 15,1-56-2-15,-4-38-5 0,4 67-12 0,-1-37-25 16,-3-30-28-16,4 45-41 0,-4-45-24 0,14 44-37 15,-14-44-38-15,0 0-131 0,19 36-344 0,-19-36 153 0</inkml:trace>
  <inkml:trace contextRef="#ctx0" brushRef="#br0" timeOffset="6.0022">4110-794 140 0,'0'0'211'0,"0"0"-11"15,0 0-20-15,0 0 1 0,0 0-6 16,0 0-10-16,0 0-15 0,0 0-13 0,0 0-15 16,0 0-12-16,-7 115-10 0,7-115-13 0,0 77-2 0,7-39-10 15,-7-38-8-15,11 69-6 0,-4-34-9 0,-7-35-2 16,11 53-6-16,-11-53-2 0,7 40-7 0,-7-40 0 16,0 0-6-16,0 0-1 0,8 38-1 0,-8-38-4 15,0 0-2-15,0 0-4 0,0 0 0 0,0 0-3 16,0 0-4-16,0 0 0 0,7-157-1 0,-7 99-1 15,0 2-9-15,0 1-9 0,7-4-7 0,-3-4-4 16,7 0-4-16,0 3 5 0,4 5 1 0,-8 20 4 16,4 2-1-16,-11 33 0 0,15-43 4 0,-15 43 3 0,0 0-2 15,14-31 8-15,-14 31-3 0,0 0 3 16,0 0 1-16,0 0 2 0,0 0 6 0,0 0 5 16,55 82 3-16,-40-29 1 0,-4-16-2 15,3 21-3-15,8 2 0 0,-3-3 1 0,-1 1-1 0,-7-21 1 0,7 16-1 16,-10-14 1-16,6-5-4 0,-14-34-2 0,22 69-3 15,-22-69-18-15,11 42-38 0,-11-42-40 0,0 0-36 16,11 35-29-16,-11-35-45 0,0 0-130 0,0 0-361 16,0 0 160-16</inkml:trace>
  <inkml:trace contextRef="#ctx0" brushRef="#br0" timeOffset="7.0022">4070-723 159 0,'0'0'178'0,"0"0"-8"15,0 0-2-15,0 0-14 0,0 0-12 0,0 0-16 16,161 10-13-16,-92-4-17 0,-3-2-7 0,-4 1-20 0,-25 3-37 16,-37-8-58-16,73-2-42 0,-73 2-166 15,51 2-253-15,-51-2 112 0</inkml:trace>
  <inkml:trace contextRef="#ctx0" brushRef="#br0" timeOffset="8.0022">3052 118 67 0,'0'0'208'0,"0"0"-10"0,0 0-12 0,0 0-15 16,0 0-18-16,0 0-14 0,0 0-18 0,0 0-7 16,187-32-14-16,-99 15-17 0,7 1 1 0,7-2-14 15,8 3 1-15,4-2-3 0,-1-5-7 0,4 6-12 16,-3 2-6-16,-1-2-8 0,0 1 0 0,-6 4-18 15,-5 2-25-15,-3-1-33 0,-4-1-48 16,-7 0-58-16,-15 1-151 0,-29 2-324 0,-7 4 144 16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611.43872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3-03-21T06:16:21.621"/>
    </inkml:context>
    <inkml:brush xml:id="br0">
      <inkml:brushProperty name="width" value="0.13333" units="cm"/>
      <inkml:brushProperty name="height" value="0.13333" units="cm"/>
      <inkml:brushProperty name="color" value="#FFFFFF"/>
      <inkml:brushProperty name="fitToCurve" value="1"/>
    </inkml:brush>
  </inkml:definitions>
  <inkml:traceGroup>
    <inkml:annotationXML>
      <emma:emma xmlns:emma="http://www.w3.org/2003/04/emma" version="1.0">
        <emma:interpretation id="{79FA109C-23F5-4A51-9218-4461BC190920}" emma:medium="tactile" emma:mode="ink">
          <msink:context xmlns:msink="http://schemas.microsoft.com/ink/2010/main" type="writingRegion" rotatedBoundingBox="4473,5488 8542,5075 9033,9916 4964,10328"/>
        </emma:interpretation>
      </emma:emma>
    </inkml:annotationXML>
    <inkml:traceGroup>
      <inkml:annotationXML>
        <emma:emma xmlns:emma="http://www.w3.org/2003/04/emma" version="1.0">
          <emma:interpretation id="{FB255F47-C764-4B69-BA3C-08C3C81C29A4}" emma:medium="tactile" emma:mode="ink">
            <msink:context xmlns:msink="http://schemas.microsoft.com/ink/2010/main" type="paragraph" rotatedBoundingBox="5738,5360 8542,5075 8633,5973 5829,6258" alignmentLevel="2"/>
          </emma:interpretation>
        </emma:emma>
      </inkml:annotationXML>
      <inkml:traceGroup>
        <inkml:annotationXML>
          <emma:emma xmlns:emma="http://www.w3.org/2003/04/emma" version="1.0">
            <emma:interpretation id="{DED8F5CE-4461-46BA-8F1F-5A2A2981CFC5}" emma:medium="tactile" emma:mode="ink">
              <msink:context xmlns:msink="http://schemas.microsoft.com/ink/2010/main" type="line" rotatedBoundingBox="5738,5360 8542,5075 8633,5973 5829,6258"/>
            </emma:interpretation>
          </emma:emma>
        </inkml:annotationXML>
        <inkml:traceGroup>
          <inkml:annotationXML>
            <emma:emma xmlns:emma="http://www.w3.org/2003/04/emma" version="1.0">
              <emma:interpretation id="{4CC8F2FA-0484-4E5A-B8E0-58A8BB64250D}" emma:medium="tactile" emma:mode="ink">
                <msink:context xmlns:msink="http://schemas.microsoft.com/ink/2010/main" type="inkWord" rotatedBoundingBox="5738,5360 8542,5075 8633,5973 5829,6258"/>
              </emma:interpretation>
            </emma:emma>
          </inkml:annotationXML>
          <inkml:trace contextRef="#ctx0" brushRef="#br0">476 302 95 0,'0'0'116'0,"0"0"-14"0,0 0-10 16,0 0 1-16,0 0-6 0,0 0-10 0,0 0 1 0,0 0 7 16,44-57 1-16,-44 57 7 0,0 0 3 15,0 0 0-15,3-50 0 0,-3 50-3 0,0 0-10 16,0 0-4-16,-36-74 4 0,17 49-7 0,19 25-4 0,-36-32-6 16,3 10-4-16,4 6-5 0,29 16-4 0,-55-21-17 15,55 21 6-15,-52-5-4 0,52 5-3 16,-58 4-3-16,58-4-2 0,-62 15-10 0,62-15 3 0,-48 25-4 15,48-25 3-15,-40 27-5 0,40-27-2 0,-33 31 1 16,33-31-10-16,-18 32 5 0,18-32 1 0,-8 39-3 16,8-39-5-16,0 0 3 0,0 0 0 0,26 68-4 15,-26-68 4-15,40 30-1 0,-7-15 2 0,4 1-3 16,-1-2-1-16,26 5 1 0,1-1-1 16,-23-5 0-16,4-3-1 0,-4 3 3 0,0 1-5 0,-7 3 1 15,-33-17-6-15,48 30 0 0,-48-30 0 0,29 33-5 16,-29-33 10-16,8 35-8 0,-8-35 11 0,0 0-4 15,0 0 1-15,-37 88 1 0,19-63 5 0,-12 0 0 0,-3-4 0 16,-3 1 3-16,-1-8-4 0,1-1 2 0,36-13 0 16,-74 18-4-16,74-18 3 0,-51-6-3 15,51 6 2-15,-51-29-3 0,51 29-15 0,-37-29-16 0,37 29-26 16,-25-37-16-16,25 37-16 0,-11-44-31 16,11 44-10-16,0-46-11 0,0 46-49 0,0 0-99 0,14-72-310 15,-14 72 138-15</inkml:trace>
          <inkml:trace contextRef="#ctx0" brushRef="#br0" timeOffset="588.2998">560 92 163 0,'0'0'154'0,"0"0"-9"0,0 0-8 0,0 0-18 16,0 0-10-16,0 0-16 0,0 0-3 0,0 0-11 15,0 0-3-15,0 0-9 0,0 0-9 0,0 0-7 16,0 0-4-16,0 0-3 0,0 0-7 0,95-35 0 15,-95 35-6-15,73-17 0 0,-36 8-6 0,7 0 6 16,-4-1-3-16,22-3 7 0,0-2-4 0,-21 7-1 16,-1 0-2-16,-40 8-2 0,73-18-2 0,-73 18-6 15,44-10 0-15,-44 10-10 0,0 0 2 0,0 0-11 16,37-8-14-16,-37 8-11 0,0 0-12 0,0 0 3 0,0 0 10 16,0 0-2-16,0 0-3 0,0 0-8 15,0 0-6-15,0 0 3 0,0 0-1 0,-114 52 1 16,114-52 3-16,-44 17 15 0,44-17-4 0,-44 14-1 15,44-14 11-15,-40 13 1 0,40-13 1 0,0 0 5 16,0 0-16-16,-47 9 24 0,47-9 10 0,0 0 1 16,0 0 2-16,0 0 9 0,0 0 5 0,0 0 5 0,0 0 10 15,0 0 3-15,0 0-1 0,0 0 9 0,0 0-3 16,0 0 0-16,0 0 13 0,-30-45 1 0,30 45-5 16,0 0-6-16,0 0-7 0,0 0-5 0,0 0-3 15,0 0 3-15,0 0-1 0,0 0-1 0,0 0 0 16,0 0-1-16,0 0-5 0,33 131 0 0,-33-131-3 15,8 78-4-15,-5-40 0 0,5 1-5 0,2 15-1 16,-10-54-8-16,4 70-8 0,0-38-23 0,-4-32-15 16,11 54-18-16,-11-54-12 0,7 45-23 0,-7-45-28 15,11 33-27-15,-11-33-165 0,0 0-333 0,0 0 149 0</inkml:trace>
          <inkml:trace contextRef="#ctx0" brushRef="#br0" timeOffset="1584.6778">1812-97 113 0,'0'0'156'0,"0"0"-3"0,0 0-13 0,0 0-7 0,0 0-10 16,0 0-11-16,0 0-12 0,0 0-10 0,0 0-13 15,0 0-4-15,0 0-4 0,0 0-13 0,0 0 4 16,0 0-1-16,0 0-9 0,0 0 5 0,0 0-2 16,7 107 1-16,-7-107-11 0,4 75 4 0,3-35-1 15,0 22-1-15,-10-23-1 16,3-39-2-16,10 78-5 0,-10-20-5 0,0-21-1 0,0-37-1 0,0 56-6 16,0-56 3-16,0 54-5 0,0-54-3 0,0 0-2 15,8 50-5-15,-8-50-4 0,0 0 0 0,0 0 2 16,0 0-2-16,0 0-6 0,0 0-13 0,0 0-9 15,0 0-7-15,0 0 10 0,0 0-18 0,0 0 7 16,0 0-2-16,7-148-3 0,-7 148-2 0,-11-76-10 16,7 22-2-16,-6 14 10 0,10 40 5 0,0-94 1 0,0 52 1 15,0 42 11-15,7-73 1 0,0 38-3 16,-7 35-1-16,15-52 5 0,-15 52 5 0,33-47 10 16,-33 47 8-16,25-32 3 0,-25 32-4 0,41-20 9 0,-41 20-5 15,36-8-6-15,-36 8 3 0,0 0 4 0,0 0-2 16,70 45-2-16,-56-14 0 0,-14-31 0 0,19 71-1 15,-19-32 1-15,-4 19-1 0,-7-2-2 0,-4-22-3 16,4 2 6-16,-7-3-6 0,0-2-1 0,18-31 0 16,-33 51 0-16,15-32-2 0,18-19 3 0,-26 29 1 15,26-29 6-15,0 0-13 0,0 0 21 0,0 0 8 16,-29 22 2-16,29-22-4 0,0 0-6 16,0 0 5-16,0 0-1 0,0 0-4 0,0 0-1 15,0 0-1-15,0 0 0 0,0 0-1 0,0 0-2 0,0 0 4 16,0 0 3-16,0 0 2 0,120-2 1 0,-120 2-4 15,33 17-4-15,-33-17-1 0,48 21-4 16,-48-21 4-16,37 29-2 0,-37-29-1 0,36 27-2 0,-36-27-12 0,33 26-17 16,-33-26-30-16,0 0-35 0,22 26-44 15,-22-26-183-15,0 0-339 0,0 0 150 0</inkml:trace>
          <inkml:trace contextRef="#ctx0" brushRef="#br0" timeOffset="1989.2093">2412-130 154 0,'0'0'176'0,"0"0"-11"0,0 0-14 0,0 0-22 0,0 0-7 16,0 0-12-16,0 0-6 0,0 0-10 0,0 0 1 0,0 0-5 16,0 0-9-16,0 0-4 0,0 0-9 0,25 107-4 15,-25-107 1-15,0 70 0 0,0-34-7 0,0-36-4 16,-3 73-11-16,-1-38 2 0,4-35-9 0,0 65 1 16,0-65-2-16,0 45 0 0,0-45 2 15,0 0 1-15,15 53-3 0,-15-53 0 0,0 0 0 16,18 30 0-16,-18-30-5 0,0 0 0 0,0 0-4 0,48 21 1 15,-48-21-5-15,43 3 0 0,-43-3-4 0,0 0 1 16,74-10-5-16,-74 10-3 0,58-11-3 0,-58 11-1 16,44-12 1-16,-44 12 3 0,44-13-3 0,-44 13-5 15,0 0-18-15,40-20-29 0,-40 20-26 0,0 0-45 16,30-22-25-16,-30 22-37 0,0 0-169 0,0 0-373 16,0 0 165-16</inkml:trace>
          <inkml:trace contextRef="#ctx0" brushRef="#br0" timeOffset="2249.0108">2423 53 195 0,'0'0'201'0,"0"0"-10"0,0 0-18 0,0 0-23 15,0 0-16-15,0 0-12 0,0 0-10 0,0 0-11 16,0 0-8-16,0 0-8 0,106-36-15 0,-106 36-2 16,47-16-10-16,-14 5-12 0,-33 11-1 0,48-16-6 15,-48 16 1-15,44-13-4 0,-44 13-6 0,0 0-23 16,40-16-24-16,-40 16-29 0,0 0-22 0,0 0-1 16,0 0-31-16,0 0-20 0,0 0-143 0,0 0-285 15,0 0 127-15</inkml:trace>
          <inkml:trace contextRef="#ctx0" brushRef="#br0" timeOffset="2460.0275">2273-233 55 0,'0'0'168'0,"0"0"-13"0,0 0-13 16,0 0-12-16,0 0-14 0,0 0-10 0,0 0-13 15,0 0-9-15,0 0-7 0,73-86 1 0,-44 72-13 16,-29 14-4-16,44-19-7 0,-44 19-16 0,51-23 1 15,-14 14-5-15,-37 9 2 0,44-10-7 0,-44 10 2 16,0 0-8-16,0 0-25 0,58-2-19 0,-58 2-21 16,0 0-16-16,0 0-17 0,0 0-16 0,0 0-131 15,0 0-239-15,0 0 107 0</inkml:trace>
        </inkml:traceGroup>
      </inkml:traceGroup>
    </inkml:traceGroup>
    <inkml:traceGroup>
      <inkml:annotationXML>
        <emma:emma xmlns:emma="http://www.w3.org/2003/04/emma" version="1.0">
          <emma:interpretation id="{FBACC661-3B58-4059-B58D-E9D24881EC12}" emma:medium="tactile" emma:mode="ink">
            <msink:context xmlns:msink="http://schemas.microsoft.com/ink/2010/main" type="paragraph" rotatedBoundingBox="4861,9425 6925,9081 7079,10002 5015,10346" alignmentLevel="1"/>
          </emma:interpretation>
        </emma:emma>
      </inkml:annotationXML>
      <inkml:traceGroup>
        <inkml:annotationXML>
          <emma:emma xmlns:emma="http://www.w3.org/2003/04/emma" version="1.0">
            <emma:interpretation id="{F748EE29-E479-4669-B6AB-746AD3FE5CD6}" emma:medium="tactile" emma:mode="ink">
              <msink:context xmlns:msink="http://schemas.microsoft.com/ink/2010/main" type="line" rotatedBoundingBox="4861,9425 6925,9081 7079,10002 5015,10346"/>
            </emma:interpretation>
          </emma:emma>
        </inkml:annotationXML>
        <inkml:traceGroup>
          <inkml:annotationXML>
            <emma:emma xmlns:emma="http://www.w3.org/2003/04/emma" version="1.0">
              <emma:interpretation id="{9660DCAF-83BF-4F66-8729-4D7E9B472128}" emma:medium="tactile" emma:mode="ink">
                <msink:context xmlns:msink="http://schemas.microsoft.com/ink/2010/main" type="inkWord" rotatedBoundingBox="4861,9425 6925,9081 7079,10002 5015,10346"/>
              </emma:interpretation>
            </emma:emma>
          </inkml:annotationXML>
          <inkml:trace contextRef="#ctx0" brushRef="#br0" timeOffset="3737.3558">-564 4045 129 0,'0'0'155'0,"0"0"-14"15,0 0-13-15,0 0-11 0,0 0-5 0,26 128-3 16,-19-68-13-16,8-4-5 0,-4 0-12 0,-7-20-5 15,3 21-3-15,0-19-7 0,-7-38-7 0,18 92-3 0,-10-57-14 16,-1-2-2-16,4-2-3 0,-4 0-2 0,4-11-4 16,-7 0 1-16,0-7-9 0,-1 2-5 0,-3-4 0 15,8 1-16-15,-8-12-19 0,0 7-19 16,0-7-29-16,0 0-30 0,0 0-16 0,0 0-14 0,0 0-86 16,-52-75-230-16,30 47 102 0</inkml:trace>
          <inkml:trace contextRef="#ctx0" brushRef="#br0" timeOffset="4041.2599">-750 4310 23 0,'0'0'101'16,"-48"-53"0"-16,30 28 4 0,18 25 3 0,-26-34-2 16,26 34 3-16,-22-30-6 0,22 30 11 0,-14-35-7 15,14 35-4-15,0 0-1 0,-8-61-3 0,8 61-14 0,15-47-2 16,-15 47-8-16,33-49-10 0,-33 49-8 16,36-32-6-16,1 14-3 0,-4 3-1 0,4 1-10 15,-37 14-1-15,80-12-4 0,-40 14-5 0,-40-2 1 0,77 21-4 16,-40-4-6-16,7 20 1 0,-15-10-5 0,-3 4 2 15,7 17-1-15,-15-15-4 0,15 15-5 0,-19-10 3 16,5 16-4-16,-16-16 1 0,-3-38 4 0,-3 78-4 16,-5-25 2-16,-3-18-7 0,-7 1 6 0,-18 14-1 15,10-18-2-15,-14 10 4 0,10-16-6 0,-10 16 6 16,11-22 0-16,3-1 1 0,-7 0-5 0,19-2-1 16,-5-1 5-16,1-7-3 0,3-1 1 0,12-1-2 15,-8-5 2-15,11-2-11 0,-4 4 1 0,4-4-22 16,0 0-29-16,0 0-31 0,0 0-32 0,0 0-34 15,0 0-142-15,0 0-318 0,70-82 141 0</inkml:trace>
          <inkml:trace contextRef="#ctx0" brushRef="#br0" timeOffset="5157.3066">274 4370 87 0,'0'0'121'0,"0"0"-7"0,0 0-4 0,0 0-5 0,0 0-4 16,-33-85-5-16,33 85-3 0,-18-31 6 15,18 31 5-15,0 0-12 0,-36-34-1 0,36 34-9 16,-30-17-3-16,30 17-8 0,0 0-2 0,0 0-12 0,-51-9 2 16,51 9-9-16,0 0-8 0,0 0-2 0,-62 35-4 15,62-35 4-15,-29 35-8 0,29-35-4 16,-22 40 2-16,11-9 1 0,11-31-5 16,-15 57-2-16,15-57-1 0,-7 53 3 0,7-53-5 0,7 48-2 0,-7-48-2 15,0 0 2-15,15 58 1 0,-15-58-4 16,18 27 1-16,-18-27-3 0,0 0 3 0,33 22 6 0,-33-22 3 15,0 0-1-15,0 0 0 0,66-5-2 0,-66 5-1 16,0 0 0-16,51-41-5 0,-51 41 3 0,29-39-6 16,-14 11 2-16,-15 28-1 0,18-42-4 0,-18 42-2 15,15-52 0-15,-15 52 1 0,11-45-4 0,-11 45 3 16,3-39 0-16,-3 39 3 0,0 0-1 0,0 0-2 0,0 0 0 16,-3-55 1-16,3 55-6 0,0 0 3 0,0 0 1 15,0 0 0-15,0 0-5 0,0 0 6 16,0 0-1-16,0 0-4 0,0 0-1 0,0 0-2 0,0 0 4 15,0 0-1-15,0 0-4 0,3 146 6 0,-3-146-4 16,15 35 1-16,-15-35 0 0,0 0 2 0,29 36-2 16,-29-36 3-16,0 0-6 0,30 18 5 0,-30-18 3 15,0 0-2-15,0 0 0 0,0 0 1 0,0 0 0 16,84-39-2-16,-59 15-1 0,-25 24 0 0,41-54-1 16,-30 21-1-16,0 1 0 0,0-7 1 0,0-16-3 15,-8 16 0-15,-3-15 2 0,0-4-2 0,0 58 2 16,-7-95-4-16,0 56 2 0,-4 3-2 0,11 36 4 15,-22-60-2-15,11 30-2 0,11 30 4 0,-19-38 6 0,19 38 1 16,0 0-2-16,-18-37 0 0,18 37-1 0,0 0-2 16,0 0-1-16,0 0-1 0,0 0 0 15,0 0 0-15,0 0 0 0,0 0-1 0,-73 63-4 16,73-63 2-16,-11 69 6 0,11-35-5 0,0-34 0 0,7 74 0 16,1-39 1-16,-8-35 0 0,22 74 3 0,3-19-7 15,1-5 3-15,-8-16-1 0,8-6 0 0,-4 2-3 16,3-3 4-16,1 3 2 0,7-4 0 0,0-2-2 15,3-2-1-15,-3-6-7 0,-33-16 4 0,70 25 2 16,-70-25-1-16,58 7 0 0,-21-5-1 16,-37-2-3-16,0 0-1 0,81-33 1 0,-56 15-2 15,4-5 0-15,-3-1-3 0,-26 24 0 0,37-55 2 0,-26 26 4 0,-11 29-4 16,14-48 6-16,-14 48 3 0,4-53-1 16,-4 53 6-16,0 0 4 0,-11-56 2 0,11 56 4 15,0 0 3-15,-22-30 2 0,22 30 1 0,0 0-3 0,0 0-2 16,-51-8-1-16,51 8-3 0,0 0 3 0,-59 47 0 15,37-19 0-15,22-28-5 0,-33 65 2 0,19-31 0 16,3-3-2-16,11-31-1 0,-8 54-2 0,8-54 1 16,0 0 0-16,4 53 1 0,-4-53 1 0,0 0-3 15,26 32 0-15,-26-32 1 0,0 0-1 0,0 0 4 16,0 0-1-16,69-15-2 0,-69 15 0 0,44-36 0 16,-44 36-2-16,44-51 5 0,-26 23-2 15,1 0 3-15,-19 28-3 0,18-41 0 0,-18 41 2 16,18-34 0-16,-18 34-5 0,0 0 3 0,0 0 0 0,15-35-3 15,-15 35-2-15,0 0 2 0,0 0 0 0,0 0-5 16,0 0 3-16,0 0 1 0,0 0-2 0,0 0 2 16,0 0-2-16,58 82 5 0,-58-82-4 0,26 34-3 0,-26-34 2 15,26 31-2-15,-26-31 2 0,25 20 0 16,-25-20-3-16,0 0-2 0,0 0-1 16,33 17 4-16,-33-17-27 0,0 0-27 0,0 0-24 0,0 0-25 0,0 0-26 15,0 0-22-15,0 0-22 0,0 0-19 0,-25-116-181 16,25 116-404-16,-52-56 180 0</inkml:trace>
          <inkml:trace contextRef="#ctx0" brushRef="#br0" timeOffset="5398.3413">139 3872 98 0,'0'0'186'0,"0"0"-3"0,0 0 0 0,0 0-11 16,0 0-2-16,0 0 0 0,0 0-10 0,0 0-12 15,0 0-14-15,0 0-15 0,0 0-12 16,113 13-12-16,-113-13-5 0,96-21-11 0,-56 11-5 0,26-3-8 16,0-4-11-16,-8 1-3 0,-10 9-3 0,7-9-7 15,7 1-2-15,-26 3-4 0,5 5-7 16,-41 7-5-16,62-16-3 0,-62 16 0 0,0 0-15 0,40-2-31 16,-40 2-9-16,0 0-5 0,0 0-12 0,0 0-19 15,0 0-27-15,0 0-21 0,0 0-13 0,0 0-27 16,0 0-157-16,-73 86-341 0,73-86 152 0</inkml:trace>
        </inkml:traceGroup>
      </inkml:traceGroup>
    </inkml:traceGroup>
  </inkml:traceGroup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611.43872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3-03-21T06:17:28.334"/>
    </inkml:context>
    <inkml:brush xml:id="br0">
      <inkml:brushProperty name="width" value="0.13333" units="cm"/>
      <inkml:brushProperty name="height" value="0.13333" units="cm"/>
      <inkml:brushProperty name="color" value="#FFFFFF"/>
      <inkml:brushProperty name="fitToCurve" value="1"/>
    </inkml:brush>
  </inkml:definitions>
  <inkml:traceGroup>
    <inkml:annotationXML>
      <emma:emma xmlns:emma="http://www.w3.org/2003/04/emma" version="1.0">
        <emma:interpretation id="{B4EE57BF-070F-48A4-AF6F-FD590B7C7DD8}" emma:medium="tactile" emma:mode="ink">
          <msink:context xmlns:msink="http://schemas.microsoft.com/ink/2010/main" type="writingRegion" rotatedBoundingBox="11572,7694 14085,6981 14349,7914 11837,8626"/>
        </emma:interpretation>
      </emma:emma>
    </inkml:annotationXML>
    <inkml:traceGroup>
      <inkml:annotationXML>
        <emma:emma xmlns:emma="http://www.w3.org/2003/04/emma" version="1.0">
          <emma:interpretation id="{D4FAC204-F39A-4744-8ABF-05F3C205F423}" emma:medium="tactile" emma:mode="ink">
            <msink:context xmlns:msink="http://schemas.microsoft.com/ink/2010/main" type="paragraph" rotatedBoundingBox="11572,7694 14085,6981 14349,7914 11837,8626" alignmentLevel="1"/>
          </emma:interpretation>
        </emma:emma>
      </inkml:annotationXML>
      <inkml:traceGroup>
        <inkml:annotationXML>
          <emma:emma xmlns:emma="http://www.w3.org/2003/04/emma" version="1.0">
            <emma:interpretation id="{2FF1BCF9-4A33-45E0-B992-CBAC177DF8D8}" emma:medium="tactile" emma:mode="ink">
              <msink:context xmlns:msink="http://schemas.microsoft.com/ink/2010/main" type="line" rotatedBoundingBox="11572,7694 14085,6981 14349,7914 11837,8626"/>
            </emma:interpretation>
          </emma:emma>
        </inkml:annotationXML>
        <inkml:traceGroup>
          <inkml:annotationXML>
            <emma:emma xmlns:emma="http://www.w3.org/2003/04/emma" version="1.0">
              <emma:interpretation id="{40022A2F-4689-4062-A8C7-2DD52867985C}" emma:medium="tactile" emma:mode="ink">
                <msink:context xmlns:msink="http://schemas.microsoft.com/ink/2010/main" type="inkWord" rotatedBoundingBox="11572,7694 14085,6981 14349,7914 11837,8626"/>
              </emma:interpretation>
            </emma:emma>
          </inkml:annotationXML>
          <inkml:trace contextRef="#ctx0" brushRef="#br0">50 312 180 0,'0'0'200'0,"0"0"-16"0,0 0-6 0,0-73-6 15,0 73-8-15,0 0-9 0,0 0-9 0,0 0-13 16,0 0-12-16,0 0-19 0,0 0-12 0,0-47-6 15,0 47-11-15,0 0-7 0,0 0-2 0,0 0-8 16,0 0-7-16,0 0-5 0,7 174-2 0,-3-115-6 0,-4 3-1 16,3 0-3-16,-6 5-4 0,10-2-2 15,0-7-2-15,-7-1-1 0,0-22-4 0,0-35 0 0,8 70-2 16,-8-70-3-16,14 43-2 0,-14-43 1 16,0 39-4-16,0-39-1 0,0 0 1 0,0 0 8 15,0 0 14-15,0 0-3 0,0 0-3 0,0 0-4 0,0 0 0 16,0 0-5-16,0 0-2 0,-7-146 1 0,7 146 0 15,-7-107-5-15,-1 41 4 0,-3 2-7 16,4-2 1-16,-8 4-3 0,8-4-4 0,0 9-2 0,0 2 3 16,-4 1-1-16,11 16-2 0,0 38-1 0,-8-72 1 15,5 41 3-15,3 31 0 0,0 0 9 0,0-63 12 0,0 63 0 16,0 0 0-16,0 0-7 0,0 0 1 16,0 0-5-16,11-36 1 0,-11 36-3 15,0 0-1-15,0 0 0 0,83 76 2 0,-50-28-7 0,-7-15 2 0,10 18 3 16,4 1-2-16,-3-6-1 0,-8 4 2 0,-7-13-5 15,-4-2 2-15,4 18 0 0,-4-14 1 0,-3-8-9 16,-15-31-7-16,18 70-8 0,-11-36-22 16,-7-34-14-16,15 54-20 0,-15-54-26 0,0 44-31 0,0-44-22 15,0 0-22-15,0 0-218 0,-22 49-425 0,22-49 188 16</inkml:trace>
          <inkml:trace contextRef="#ctx0" brushRef="#br0" timeOffset="180.7147">24 751 168 0,'40'-36'215'0,"-40"36"-13"0,62-39-17 16,-29 17-17-16,0 3-14 0,0-3-16 16,-33 22-14-16,54-26-23 0,-21 10-30 0,-33 16-34 0,44-19-45 15,-44 19-33-15,40-18-50 0,-40 18-147 16,40-21-256-16,-40 21 113 0</inkml:trace>
          <inkml:trace contextRef="#ctx0" brushRef="#br0" timeOffset="863.3068">830 318 45 0,'0'0'121'0,"0"0"-5"0,0 0-7 15,0 0 3-15,0 0-7 0,0 0-3 0,32-43 7 16,-32 43 8-16,0 0-9 0,0 0-1 0,0 0 0 15,0 0 9-15,0 0-6 0,0 0 0 0,0 0-8 16,-21-69-7-16,21 69-11 0,0 0-8 0,0 0 1 16,0 0-8-16,0 0-7 0,0 0-3 0,0 0-5 0,0 0-3 15,-114 54-1-15,114-54-8 0,-22 42-2 16,7-11-1-16,15-31-5 0,-11 54-3 0,11-54-1 16,-3 55-4-16,3-55-2 0,3 45-5 0,-3-45 3 0,0 0-2 15,30 53 0-15,-30-53-4 0,29 23-2 0,-29-23 1 16,37 21-3-16,-37-21-2 0,0 0 2 0,51 5 0 15,-51-5-5-15,0 0-11 0,0 0-20 0,73-16-30 16,-73 16-47-16,0 0-14 0,33-20-38 16,-33 20-49-16,0 0-160 0,26-37-390 0,-26 37 173 15</inkml:trace>
          <inkml:trace contextRef="#ctx0" brushRef="#br0" timeOffset="1377.1087">1236 233 119 0,'0'0'135'0,"0"0"-9"0,0 0-8 0,0 0-1 15,0 0 1-15,0 0 1 0,0-89 6 0,0 89-1 16,0 0 5-16,0 0 5 0,0 0 2 0,0 0-6 16,0 0-8-16,0 0-7 0,-8-44-15 0,8 44-10 15,0 0-10-15,0 0-4 0,0 0-11 0,0 0-5 16,0 0-7-16,0 0-5 0,-73 90-4 0,62-61-8 16,11-29 1-16,-18 52-2 0,18-52-2 15,-11 48-1-15,11-48-7 0,-4 41-1 0,4-41-1 0,0 0-3 16,19 56-1-16,-19-56 0 0,0 0-4 0,25 29 2 0,-25-29-4 15,0 0 2-15,51 11-5 0,-51-11 5 16,0 0-6-16,63-15 2 0,-63 15-4 0,0 0-5 0,47-22-20 16,-47 22-23-16,0 0-33 0,30-27-28 15,-30 27-35-15,0 0-43 0,22-30-212 0,-22 30-423 0,0 0 187 16</inkml:trace>
          <inkml:trace contextRef="#ctx0" brushRef="#br0" timeOffset="2298.7201">1558 85 168 0,'0'0'186'0,"0"0"-21"0,0 0-15 0,0 0 6 0,0 0-6 15,0 0-7-15,0 0-7 0,0 0-8 16,0 0-9-16,0 0-6 0,0 0-3 0,0 0-10 15,0 0-2-15,0 0-8 0,0 0-5 0,91 38-2 0,-91-38 1 16,0 0-3-16,0 0-8 0,0 0-5 0,0 0-3 16,55-25-12-16,-55 25 3 0,15-31-11 0,-15 31-2 15,0 0-4-15,11-53-2 0,-11 53-7 0,0 0 1 16,-4-52-8-16,4 52 0 0,0 0-6 0,-18-49-1 16,18 49-4-16,0 0 2 0,0 0-3 0,-33-31-2 15,33 31-1-15,0 0-2 0,0 0-2 0,0 0-1 16,0 0 1-16,0 0-1 0,-92 49-1 0,74-18 0 15,18-31-1-15,-29 59 4 0,18-27-2 16,11-32-2-16,-11 64 0 0,11-64-3 0,0 46 0 0,0-46 2 0,0 0-3 16,22 57 2-16,-22-57 2 0,22 29-3 15,-22-29 3-15,29 18-1 0,-29-18 1 0,0 0 2 16,48 13 0-16,-48-13-2 0,0 0-2 0,66-13 1 0,-66 13-18 16,0 0-18-16,62-22-35 0,-62 22-35 0,29-24-52 15,-29 24-31-15,26-28-224 0,-26 28-446 0,22-32 197 16</inkml:trace>
          <inkml:trace contextRef="#ctx0" brushRef="#br0" timeOffset="2713.1128">2056-234 135 0,'0'0'194'0,"0"0"-5"0,-15-60-15 0,15 60-7 15,0 0-4-15,0 0-12 0,0 0-5 0,0 0-18 0,-18-38-8 16,18 38-15-16,0 0-7 0,0 0-13 0,0 0-3 16,0 0-7-16,0 0-4 0,-92 49-4 15,92-49 0-15,-40 42-4 0,40-42-8 0,-29 31-3 0,29-31-3 16,-15 29-6-16,15-29 0 0,0 0-13 0,0 0 5 16,0 47-5-16,0-47-3 0,0 0-2 0,0 0 0 15,0 0-3-15,55 45-2 0,-55-45-3 0,44 11 0 16,-44-11-6-16,51 7 2 0,-51-7-3 0,51 12 1 15,-51-12-2-15,41 14-3 0,-41-14-2 16,36 17 2-16,-36-17-6 0,26 27 4 0,-26-27-2 16,0 0 3-16,14 45 0 0,-14-45-1 0,0 0 1 0,0 0 1 15,-36 76-3-15,36-76 4 0,-33 36 6 0,7-17 6 16,26-19 2-16,-40 27 4 0,40-27-1 0,-37 18-4 16,37-18 1-16,0 0-3 0,-51 4-2 0,51-4-13 15,0 0-23-15,0 0-29 0,0 0-40 0,0 0-14 16,-36-56-26-16,36 56-22 0,0 0-12 0,0 0-13 0,32-82-17 15,-32 82-139-15,33-55-358 0,-22 36 158 16</inkml:trace>
          <inkml:trace contextRef="#ctx0" brushRef="#br0" timeOffset="3029.1828">2359-329 164 0,'0'0'176'0,"0"0"16"0,0 0-12 0,0 0 4 15,0 0-1-15,0 0-7 0,19-60-4 0,-19 60-14 16,0 0-10-16,0 0-5 0,0 0-3 0,0 0-5 16,0 0 0-16,0 0-8 0,0 0-1 0,0 0-7 15,-136 48 1-15,136-48-17 0,-47 35-9 0,32-21-9 16,15-14-3-16,-29 28-10 0,29-28-9 0,0 0-9 16,0 0-4-16,0 0 0 0,0 0-6 0,0 0-7 15,0 0-3-15,0 0-3 0,69 51-9 0,-69-51 0 16,52-1-13-16,-52 1-3 0,69 9-7 0,-69-9-13 0,48 13 0 15,-15-1 4-15,-33-12-3 0,43 24 3 0,-43-24-4 16,26 34 4-16,-26-34 2 0,0 46 1 0,0-46 2 16,-26 68-5-16,8-34 4 0,-11 14 0 0,7-21-1 15,-4-1-3-15,1-4-16 0,25-22-26 0,-37 39-42 16,37-39-42-16,-36 26-50 0,36-26-38 16,-33 8-239-16,33-8-500 0,0 0 221 0</inkml:trace>
        </inkml:traceGroup>
      </inkml:traceGroup>
    </inkml:traceGroup>
  </inkml:traceGroup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611.43872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3-03-21T06:19:53.358"/>
    </inkml:context>
    <inkml:brush xml:id="br0">
      <inkml:brushProperty name="width" value="0.13333" units="cm"/>
      <inkml:brushProperty name="height" value="0.13333" units="cm"/>
      <inkml:brushProperty name="color" value="#FFFFFF"/>
      <inkml:brushProperty name="fitToCurve" value="1"/>
    </inkml:brush>
  </inkml:definitions>
  <inkml:traceGroup>
    <inkml:annotationXML>
      <emma:emma xmlns:emma="http://www.w3.org/2003/04/emma" version="1.0">
        <emma:interpretation id="{EF8035A8-A6D5-476A-A1D5-BA10CAB42F38}" emma:medium="tactile" emma:mode="ink">
          <msink:context xmlns:msink="http://schemas.microsoft.com/ink/2010/main" type="writingRegion" rotatedBoundingBox="20802,3857 26928,3446 27003,4552 20876,4964"/>
        </emma:interpretation>
      </emma:emma>
    </inkml:annotationXML>
    <inkml:traceGroup>
      <inkml:annotationXML>
        <emma:emma xmlns:emma="http://www.w3.org/2003/04/emma" version="1.0">
          <emma:interpretation id="{4014A7E5-928E-4C6F-B4DE-6DF6768096D7}" emma:medium="tactile" emma:mode="ink">
            <msink:context xmlns:msink="http://schemas.microsoft.com/ink/2010/main" type="paragraph" rotatedBoundingBox="20802,3857 26928,3446 27003,4552 20876,4964" alignmentLevel="1"/>
          </emma:interpretation>
        </emma:emma>
      </inkml:annotationXML>
      <inkml:traceGroup>
        <inkml:annotationXML>
          <emma:emma xmlns:emma="http://www.w3.org/2003/04/emma" version="1.0">
            <emma:interpretation id="{F9A455B5-056D-4B7F-872F-506707600D39}" emma:medium="tactile" emma:mode="ink">
              <msink:context xmlns:msink="http://schemas.microsoft.com/ink/2010/main" type="line" rotatedBoundingBox="20802,3857 26928,3446 27003,4552 20876,4964"/>
            </emma:interpretation>
          </emma:emma>
        </inkml:annotationXML>
        <inkml:traceGroup>
          <inkml:annotationXML>
            <emma:emma xmlns:emma="http://www.w3.org/2003/04/emma" version="1.0">
              <emma:interpretation id="{38D898FF-4873-4FB4-AE32-681D106C6198}" emma:medium="tactile" emma:mode="ink">
                <msink:context xmlns:msink="http://schemas.microsoft.com/ink/2010/main" type="inkWord" rotatedBoundingBox="20825,4198 21567,4148 21619,4914 20876,4964"/>
              </emma:interpretation>
            </emma:emma>
          </inkml:annotationXML>
          <inkml:trace contextRef="#ctx0" brushRef="#br0">0 52 14 0,'0'0'160'16,"0"0"-3"-16,0 0 0 0,0 0-9 0,0 0-5 0,0 0-1 16,0 0-1-16,0 0-7 0,0 0-7 0,0 0-9 15,0 0-8-15,15-57-15 0,-15 57-9 0,0 0-9 16,0 0-9-16,0 0-8 0,0 0-1 0,0 0-8 15,0 0 0-15,0 0-3 0,0 0-5 0,0 0-2 16,0 0-5-16,26 131 1 0,-26-131-5 0,11 66-3 16,-8-30-3-16,-3-36 4 0,8 60-9 0,-5-27 3 15,-3-33-3-15,11 53-4 0,-11-53-5 0,4 39 1 16,-4-39-1-16,0 0-1 0,0 0-2 0,4 48 3 0,-4-48-1 16,0 0 20-16,0 0 17 0,0 0 18 0,0 0 2 15,0 0-5-15,0 0-5 0,0 0-6 16,0 0-4-16,0 0-3 0,0 0-10 0,0 0 0 0,0 0-5 15,-4-150 0-15,4 150-7 0,0-64 0 0,0 64-1 16,7-53-5-16,-7 53-6 0,8-38 2 0,-8 38-2 16,7-37-3-16,-7 37 0 0,0 0-1 0,18-35 0 15,-18 35-3-15,0 0-4 0,0 0 1 0,0 0 0 16,33-21 1-16,-33 21-3 0,0 0 2 0,0 0-2 16,0 0 2-16,0 0-2 0,0 0 3 0,77 63-7 15,-77-63 6-15,22 40-1 0,-22-40 3 16,18 41-3-16,-3-14-1 0,-15-27 3 0,11 38-3 15,-11-38-2-15,11 42 1 0,-11-42-1 0,0 0 1 0,4 44 1 16,-4-44 1-16,0 0 1 0,0 0 5 0,0 0-5 16,0 0 11-16,0 0 2 0,0 0-6 0,0 0 3 15,0 0 1-15,0 0-4 0,0 0 3 0,0 0-2 16,0 0 0-16,0 0-4 0,-15-159 3 0,15 159-2 16,7-68 0-16,-7 38-5 0,0 30 3 0,15-40-1 15,-15 40 3-15,25-32-7 0,-25 32 4 0,0 0-8 0,33-27 5 16,-33 27-6-16,0 0 5 0,48-4-6 0,-48 4 1 15,0 0-2-15,0 0 2 0,66 46-2 0,-66-46 2 16,22 37-4-16,-22-37-2 0,22 58-2 0,-15-26 2 16,-7-32-8-16,11 57-6 0,-11-57-6 0,4 63-2 15,-1-31-17-15,-3-32-21 0,0 0-21 0,0 58-29 0,0-58-28 16,0 0-33-16,4 49-16 0,-4-49-202 16,0 0-432-16,0 0 192 0</inkml:trace>
          <inkml:trace contextRef="#ctx0" brushRef="#br0" timeOffset="383.1784">732 66 103 0,'0'0'161'0,"0"0"-6"0,0 0 3 0,0 0 8 16,0 0-6-16,0 0 2 0,0 0-2 0,0 0-8 15,0 0-11-15,0 0-9 0,0 0-12 0,0 0-15 16,0 0-6-16,0 0-2 0,0 0-1 0,0 0-9 16,0 0-1-16,0 0-8 0,0 0-3 0,0 0-5 15,0 0-1-15,19 112-9 0,-19-74-2 0,0-38-3 0,11 87-5 16,-11-48-6-16,3 0-6 0,-3-39-4 0,8 78-1 15,-5-40-5-15,-3-38 5 0,0 68-13 0,0-68 3 16,0 57-4-16,0-57-4 0,0 43-5 0,0-43 2 16,0 0 0-16,-7 49-2 0,7-49-9 0,0 0-5 15,0 0-3-15,0 0-27 0,0 0-34 0,0 0-39 16,0 0-31-16,0 0-29 0,0 0-11 0,0 0-7 16,0 0-4-16,-11-139-163 0,11 82-381 0,0 57 169 15</inkml:trace>
        </inkml:traceGroup>
        <inkml:traceGroup>
          <inkml:annotationXML>
            <emma:emma xmlns:emma="http://www.w3.org/2003/04/emma" version="1.0">
              <emma:interpretation id="{AE48A15B-0EB7-4CA8-8BEB-D3195091C06E}" emma:medium="tactile" emma:mode="ink">
                <msink:context xmlns:msink="http://schemas.microsoft.com/ink/2010/main" type="inkWord" rotatedBoundingBox="22398,3750 26928,3446 26992,4397 22462,4702"/>
              </emma:interpretation>
            </emma:emma>
          </inkml:annotationXML>
          <inkml:trace contextRef="#ctx0" brushRef="#br0" timeOffset="1727.3191">1596-54 15 0,'0'0'204'0,"0"0"-12"0,0 0-15 16,0 0-25-16,0 0-8 0,0 0-18 0,0 0-11 16,0 0-11-16,0 0-5 0,0 0-8 0,0 0-7 15,0 0-9-15,0 0-3 0,0 0 2 0,0 0-5 16,103 18-8-16,-103-18 1 0,29 29-5 0,-29-29-6 16,29 31-4-16,-29-31-4 0,26 42-6 0,-26-42 2 15,22 50-5-15,-22-50-12 0,11 45 3 0,-11-45-1 16,11 46 1-16,-11-46-3 0,0 43-2 15,0-43 0-15,0 0-3 0,-11 50-6 0,11-50 10 0,0 0 2 16,0 0 6-16,-22 34 9 0,22-34 4 0,0 0 2 16,0 0 1-16,0 0 0 0,0 0-8 0,0 0 1 15,0 0 1-15,0 0-6 0,-51-89-3 0,51 89-1 16,-8-68-4-16,8 68-5 0,4-62 3 0,-4 62 0 0,11-45 2 16,-11 45-4-16,0 0 2 0,14-48 0 15,-14 48-4-15,0 0 3 0,22-29-13 0,-22 29 5 16,0 0-5-16,0 0-1 0,0 0 1 0,0 0-3 0,0 0-2 15,0 0-5-15,99 48 4 0,-99-48 0 0,26 39-13 16,-12-10-12-16,-14-29-20 0,30 60-12 0,-23-38-29 16,-7-22-20-16,15 40-27 0,-15-40-38 0,14 38-12 15,-14-38-12-15,0 0-177 0,15 44-398 0,-15-44 177 16</inkml:trace>
          <inkml:trace contextRef="#ctx0" brushRef="#br0" timeOffset="2153.895">2204 25 33 0,'0'0'242'0,"0"0"-11"0,0 0-12 0,0 0-15 0,0 0-5 16,0 0-10-16,0 0-8 0,0 0-16 0,0 0-10 15,0 0-19-15,0 0-11 0,0 0-12 0,0 0-11 16,51 62-11-16,-51-62-7 0,0 0-6 0,0 0-11 16,0 0-4-16,0 0 2 0,33 15-3 0,-33-15-4 15,0 0-5-15,0 0-1 0,0 0-1 0,0 0-5 16,0 0-6-16,51-61 0 0,-51 61-2 0,7-38-11 16,-7 38 1-16,0 0 1 0,0-54-7 0,0 54 1 15,0 0-4-15,0 0 0 0,0 0-7 0,0 0-2 16,-33-54 3-16,33 54-3 0,0 0-6 0,0 0 0 0,-51 4-3 15,51-4 0-15,0 0 3 0,0 0-3 0,-73 56-2 16,55-32 0-16,18-24-1 0,-26 52-1 16,26-52-1-16,-11 40 1 0,11-40 1 0,0 45-3 0,0-45 3 15,0 0-3-15,22 59 4 0,-22-59-1 16,29 32 0-16,-29-32-1 0,44 23-2 0,-44-23-13 16,41 18-23-16,-41-18-22 0,51 5-28 0,-51-5-32 0,0 0-30 15,69-14-35-15,-69 14-34 0,44-23-190 0,-44 23-446 16,33-33 197-16</inkml:trace>
          <inkml:trace contextRef="#ctx0" brushRef="#br0" timeOffset="2497.8759">2537-112 63 0,'0'0'178'0,"0"0"5"0,0 0-2 0,0 0-3 16,0 0 1-16,0 0-4 0,0 0-1 0,0 0-7 15,0 0-5-15,0 0-3 0,0 0-7 0,0 0-9 0,-41 76-10 16,41-76-14-16,0 0-7 0,0 0-10 0,19 68-7 15,-19-68-6-15,0 0-12 0,11 63-4 16,-11-63-7-16,3 36-4 0,-3-36-4 0,0 0-9 0,0 0-3 16,-3 59-5-16,3-59 0 0,0 0-10 0,0 0 1 15,0 0 2-15,0 0-4 0,0 0-3 0,0 0-1 16,0 0-3-16,0 0-1 0,0 0-7 0,0 0 2 16,0 0-5-16,0 0 2 0,0 0-6 0,29-147 0 15,-29 147-2-15,22-45 2 0,-22 45-2 0,18-39-4 16,-18 39 1-16,22-25 0 0,-22 25-5 0,0 0 2 15,0 0-5-15,0 0-2 0,0 0 0 0,0 0 1 16,0 0 3-16,0 0-6 0,0 0 4 0,55 68 1 0,-55-68-1 16,4 53-5-16,-4-53-9 0,3 68-14 15,-3-68-27-15,0 69-10 0,8-39-25 16,-8-30-28-16,7 54-25 0,-7-54-39 0,11 39-38 0,-11-39-203 0,0 0-461 16,7 37 204-16</inkml:trace>
          <inkml:trace contextRef="#ctx0" brushRef="#br0" timeOffset="3035.2079">2698-128 167 0,'0'0'263'0,"0"0"-12"16,0 0-13-16,0 0-19 0,0 0-20 0,0 0-21 16,0 0-17-16,186 9-16 0,-120-3-21 0,-22-4-31 15,22 3-44-15,-22-7-61 0,-44 2-73 0,84-2-103 16,-44-3-113-16,-40 5-325 0,70-9 144 0</inkml:trace>
          <inkml:trace contextRef="#ctx0" brushRef="#br0" timeOffset="2881.7401">2778 290 224 0,'0'0'251'0,"0"0"-6"16,0 0-5-16,0 0-18 0,62 39-19 0,-62-39-20 15,0 0-13-15,0 0-17 0,0 0-13 0,96-38-10 0,-96 38-8 16,40-43-14-16,-15 20-7 0,-25 23-10 0,30-48-5 16,-19 12-7-16,0 0-3 0,0-24-10 15,-4 1-3-15,-3 20-4 0,-1-21-8 0,-3-1-11 0,0 0 2 16,4 4-7-16,-4-7 1 0,-4 11-6 0,4 14-7 16,0 39 2-16,-7-65-2 0,7 65 6 15,-4-39 3-15,4 39 1 0,0 0 0 0,0 0-7 16,0 0-5-16,0 0 1 0,0 0-4 0,0 0-3 0,0 0-2 15,0 0-3-15,0 0 5 0,0 0-7 0,0 0 2 16,-18 169-2-16,25-111 3 0,8-2 0 0,-4 2-6 16,4 2-5-16,-8-21-14 0,8 18-21 0,-8-18-19 15,0 0-26-15,-7-39-28 0,4 72-34 0,-4-72-38 16,0 46-38-16,0-46-52 0,0 0-153 0,0 0-458 16,-15 44 203-16</inkml:trace>
          <inkml:trace contextRef="#ctx0" brushRef="#br0" timeOffset="4281.625">3649-496 101 0,'0'0'147'0,"0"0"-1"0,0 0-9 16,0 0-8-16,0 0 5 0,0 0-7 0,0 0 6 15,0 0 0-15,0 0 1 0,0 0 14 0,0 0 4 16,0 0-1-16,-25-52-1 0,25 52-7 0,0 0-11 16,0 0-8-16,0 0-9 0,0 0-9 0,0 0-11 0,0 0-7 15,0 0-6-15,0 0-15 0,0 0-5 16,0 0-2-16,0 0-9 0,0 0 2 0,0 0-8 15,0 0-5-15,0 0-4 0,102-1-1 0,-40 4-3 0,8-2-4 16,-4-2-3-16,3-6 4 0,4 3-7 0,1 0-2 16,6-4-2-16,-3 0 1 0,-7 2-8 0,-26 4 1 15,-1-4-1-15,-43 6-2 0,66-4-10 0,-66 4-10 16,0 0-11-16,41-5-16 0,-41 5-15 0,0 0-3 16,0 0-6-16,0 0-14 0,0 0-14 0,0 0-12 15,0 0-17-15,0 0-6 0,-140 31-6 16,140-31 5-16,-69 12 2 0,69-12 0 0,-51 10 9 15,51-10-1-15,-63 11 12 0,63-11 4 0,-43 5 16 0,43-5 10 16,0 0 4-16,-52 7 11 0,52-7 3 0,0 0 8 16,0 0 18-16,0 0 25 0,0 0 9 0,-44 7 16 15,44-7 23-15,0 0 5 0,0 0 6 0,0 0 13 16,0 0 9-16,0 0 14 0,0 0 4 0,0 0 1 16,0 0 1-16,0 0 8 0,0 0 0 0,0 0 3 15,0 0 0-15,-7-55 0 0,7 55-10 0,0 0 2 0,0 0-8 16,0 0-5-16,0 0-9 0,0 0-2 0,0 0-9 15,0 0-9-15,0 0-5 0,0 0-8 0,0 0-4 16,0 0-8-16,0 0 0 0,0 0-7 0,0 0 1 16,0 0-4-16,0 0-2 0,0 0 4 0,73 117-4 15,-69-63-3-15,3 1-5 0,-7-16-4 0,0-39-6 16,11 95-15-16,-3-41-22 0,-1 6-12 0,-3-6-25 16,-4-16-16-16,0-38-18 0,3 77-27 0,1-38-14 15,-4-39-44-15,7 60-9 0,-7-60-45 0,4 44-144 16,-4-44-422-16,7 39 186 0</inkml:trace>
          <inkml:trace contextRef="#ctx0" brushRef="#br0" timeOffset="4988.0553">4400 169 156 0,'0'0'160'15,"0"0"-6"-15,0 0-5 0,0 0-3 0,0 0 0 16,0 0-10-16,0 0 3 0,0 0-7 0,0 0 0 15,0 0-3-15,0 0 3 0,0 0-2 0,0 0 0 16,0 0-7-16,0 0-2 0,0 0-8 0,0 0-1 16,0 0-6-16,0 0 2 0,65 11-19 0,-65-11-8 15,0 0-7-15,0 0-2 0,52-50-10 0,-52 50-6 16,18-42-10-16,-18 42-2 0,15-46 0 0,-15 46-9 0,3-58-1 16,-3 58-6-16,-7-68 3 0,7 68-8 0,-18-57 3 15,18 57-5-15,-15-42-3 16,15 42 1-16,-22-40-7 0,22 40 2 0,0 0-7 0,-22-30-1 0,22 30 3 15,0 0 2-15,0 0-8 0,-37-12 1 0,37 12-5 16,0 0-2-16,0 0 2 0,0 0-2 0,0 0 2 16,0 0-3-16,0 0 4 0,0 0-3 0,-58 52-7 15,58-52 7-15,0 0-1 0,0 0 4 0,0 0-2 16,0 0-1-16,0 0 1 0,0 0 0 16,0 0 0-16,106 41-2 0,-106-41 6 0,59-9 1 15,-59 9-1-15,0 0-5 0,69-15 1 0,-69 15 5 0,44-15-4 16,-44 15 5-16,33-14-5 0,-33 14 3 0,0 0-2 15,0 0-3-15,40-16 5 0,-40 16 0 0,0 0-2 16,0 0 0-16,0 0-2 0,0 0 2 0,0 0-3 16,0 0 1-16,0 0-4 0,0 0 6 0,0 0-2 15,0 0 4-15,0 0-2 0,0 0-1 0,0 0 1 16,0 0-1-16,0 0-1 0,0 0 0 0,19 67 4 16,-19-67 1-16,0 0-1 0,-15 55 1 0,15-55-3 0,0 0 7 15,-7 67-2-15,7-67-2 0,-4 46 1 16,4-46 9-16,4 61-6 0,-4-61-3 0,7 48-1 15,-7-48-1-15,7 64 4 0,-7-64 7 0,15 40-14 16,-15-40 4-16,29 34-8 0,-29-34-6 0,48 23-25 0,-48-23-30 16,55 12-31-16,-15-9-39 0,-40-3-29 0,73-13-35 15,-40-3-34-15,4-1-199 0,-4-5-469 16,-4 1 209-16</inkml:trace>
          <inkml:trace contextRef="#ctx0" brushRef="#br0" timeOffset="5403.6558">5153-92 160 0,'0'0'234'0,"0"0"-19"16,0 0-19-16,0 0-23 0,0 0-20 0,0 0-9 15,0 0-6-15,0 0-11 0,0 0-8 0,0 0-11 16,0 0-5-16,0 0-8 0,0 0-8 0,0 0-2 15,0 0-6-15,0 0-6 0,0 0-3 0,0 0-10 16,0 0-7-16,0 0-5 0,0 0-3 0,0 0-3 16,0 0 0-16,107-6-4 0,-107 6-2 0,0 0-5 15,22-40 4-15,-22 40-1 0,0 0 5 0,-8-48-4 0,8 48-1 16,0 0 1-16,0 0-6 0,-25-65-1 16,25 65 1-16,0 0-7 0,-30-28-4 0,30 28 0 15,0 0 0-15,-33-16-5 0,33 16-2 0,0 0 1 0,0 0-3 16,0 0-2-16,0 0 0 0,-87 50 1 15,65-24 1-15,3 1-4 0,19-27 1 0,-40 60-1 0,33-37 1 16,7-23-3-16,-22 63 0 0,22-63 0 0,0 44 1 16,0-44-3-16,14 49 5 0,-14-49-3 0,22 39 2 15,-22-39 2-15,48 37 0 0,-26-29-4 0,18 7 3 16,-40-15-9-16,77 8 0 0,-37-8-14 16,-40 0-24-16,88-11-28 0,-44 1-31 0,-7-1-23 0,7-2-42 15,10-11-18-15,-21 5-30 0,-3 0-181 0,-1-4-426 16,-29 23 189-16</inkml:trace>
          <inkml:trace contextRef="#ctx0" brushRef="#br0" timeOffset="5785.0419">5710-197 104 0,'0'0'191'0,"0"0"3"0,0 0 12 16,0 0 4-16,0 0-6 0,0 0-6 0,-51-30-8 15,51 30-12-15,0 0-16 0,0 0-18 0,0 0-11 0,0 0-5 16,0 0-2-16,0 0-5 0,0 0-2 15,0 0-7-15,0 0-6 0,0 0-10 0,0 0-5 16,0 0-6-16,0 0-7 0,0 0-7 0,0 0 2 0,0 0-6 16,0 0-8-16,0 0-11 0,0 0 3 0,0 0-6 15,51 103-3-15,-51-103-7 0,0 0-6 0,0 0 3 16,0 0-7-16,0 0 3 0,99-45-3 0,-99 45-3 16,29-30-7-16,-29 30 4 0,18-35-13 0,-18 35 5 15,0 0 0-15,7-53 2 0,-7 53-3 0,0 0-1 16,0 0-6-16,0 0 6 0,-36-56-1 0,36 56 0 15,-37-10-10-15,37 10 4 0,0 0 1 0,-91 21-3 16,91-21-1-16,-66 36 1 0,33-11 0 0,-7 19-1 16,14-13 2-16,4 2-1 0,4-1 3 0,0 20-4 15,18-52-3-15,-4 54 5 0,4-54-2 0,14 55-2 16,8-27 2-16,0-1 2 0,11-5-6 0,22 4-14 16,-11-15-18-16,11 4-23 0,15-6-24 0,-12-4-26 0,-10-3-28 15,14-2-34-15,4-4-39 0,-8-11-33 16,-17 6-235-16,-1 1-516 0,-40 8 228 0</inkml:trace>
        </inkml:traceGroup>
      </inkml:traceGroup>
    </inkml:traceGroup>
  </inkml:traceGroup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611.43872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3-03-21T06:20:05.169"/>
    </inkml:context>
    <inkml:brush xml:id="br0">
      <inkml:brushProperty name="width" value="0.13333" units="cm"/>
      <inkml:brushProperty name="height" value="0.13333" units="cm"/>
      <inkml:brushProperty name="color" value="#FFFFFF"/>
      <inkml:brushProperty name="fitToCurve" value="1"/>
    </inkml:brush>
  </inkml:definitions>
  <inkml:traceGroup>
    <inkml:annotationXML>
      <emma:emma xmlns:emma="http://www.w3.org/2003/04/emma" version="1.0">
        <emma:interpretation id="{ED479A73-5917-4546-A075-3941AFF04526}" emma:medium="tactile" emma:mode="ink">
          <msink:context xmlns:msink="http://schemas.microsoft.com/ink/2010/main" type="inkDrawing" rotatedBoundingBox="20076,4954 26425,4982 26424,5084 20076,5057" shapeName="None"/>
        </emma:interpretation>
      </emma:emma>
    </inkml:annotationXML>
    <inkml:trace contextRef="#ctx0" brushRef="#br0">0 77 2 0,'0'0'190'0,"0"0"-9"0,0 0-14 0,0 0-12 15,0 0-12-15,0 0-14 0,0 0-5 0,0 0-17 16,0 0-12-16,0 0-6 0,0 0-8 0,0 0-10 16,124-14-1-16,-44 14-21 0,-6 0-5 0,13-2-4 15,12 2-1-15,7-6-6 0,8-1-1 0,3-3 2 16,11 7-8-16,11-2 3 0,8-1-3 0,3 3-2 15,0-5 0-15,7 2-4 0,0 1-3 0,-3 3-3 16,11-1 1-16,-4 1 0 0,-4 2-2 0,4 3-5 16,4-2 2-16,-8 2-3 0,-3 1-2 0,-4-2 2 15,0 6 0-15,-7-3-2 0,0 2-1 0,-1 2-1 16,-3 1 3-16,-3-5-4 0,3-4 1 0,0 3-1 16,0 2 0-16,0-1-1 0,0 0 2 0,0-6-1 15,0 5 2-15,-11-1-8 0,-7 1 8 0,-11-4-1 16,-8 5 1-16,-10-8-4 0,-12 6 1 0,-10-5 3 0,-8-1-2 15,-22 3 0-15,-40 0 0 0,77-2 2 0,-77 2-5 16,59-11 3-16,-26 4 1 0,-33 7-1 0,62-11 14 16,-62 11 11-16,48-12 11 0,-48 12 12 0,58-10 2 15,-25 1 4-15,-33 9-5 0,48-9-2 0,-48 9-5 16,0 0-7-16,47-10 0 0,-47 10-2 0,0 0 0 16,0 0 1-16,0 0-4 0,0 0-1 0,0 0-5 15,0 0 0-15,0 0-7 0,0 0-1 0,0 0-6 16,0 0 2-16,0 0-12 0,0 0-20 0,0 0-34 0,0 0-49 15,0 0-60-15,0 0-59 0,0 0-180 0,0 0-433 16,-168 21 192-16</inkml:trace>
  </inkml:traceGroup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611.43872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3-03-21T06:20:14.282"/>
    </inkml:context>
    <inkml:brush xml:id="br0">
      <inkml:brushProperty name="width" value="0.13333" units="cm"/>
      <inkml:brushProperty name="height" value="0.13333" units="cm"/>
      <inkml:brushProperty name="color" value="#FFFFFF"/>
      <inkml:brushProperty name="fitToCurve" value="1"/>
    </inkml:brush>
  </inkml:definitions>
  <inkml:traceGroup>
    <inkml:annotationXML>
      <emma:emma xmlns:emma="http://www.w3.org/2003/04/emma" version="1.0">
        <emma:interpretation id="{0AA33799-402C-402C-B246-8AC7A72D8510}" emma:medium="tactile" emma:mode="ink">
          <msink:context xmlns:msink="http://schemas.microsoft.com/ink/2010/main" type="writingRegion" rotatedBoundingBox="27877,15557 32009,15264 32102,16575 27970,16869"/>
        </emma:interpretation>
      </emma:emma>
    </inkml:annotationXML>
    <inkml:traceGroup>
      <inkml:annotationXML>
        <emma:emma xmlns:emma="http://www.w3.org/2003/04/emma" version="1.0">
          <emma:interpretation id="{6393CFBC-EEEC-449E-B0D2-1B4D16DD3E6B}" emma:medium="tactile" emma:mode="ink">
            <msink:context xmlns:msink="http://schemas.microsoft.com/ink/2010/main" type="paragraph" rotatedBoundingBox="27877,15557 32009,15264 32102,16575 27970,16869" alignmentLevel="1"/>
          </emma:interpretation>
        </emma:emma>
      </inkml:annotationXML>
      <inkml:traceGroup>
        <inkml:annotationXML>
          <emma:emma xmlns:emma="http://www.w3.org/2003/04/emma" version="1.0">
            <emma:interpretation id="{42ABCCF1-6991-467E-ACF2-910058E9E824}" emma:medium="tactile" emma:mode="ink">
              <msink:context xmlns:msink="http://schemas.microsoft.com/ink/2010/main" type="line" rotatedBoundingBox="27877,15557 32009,15264 32102,16575 27970,16869"/>
            </emma:interpretation>
          </emma:emma>
        </inkml:annotationXML>
        <inkml:traceGroup>
          <inkml:annotationXML>
            <emma:emma xmlns:emma="http://www.w3.org/2003/04/emma" version="1.0">
              <emma:interpretation id="{24DC99E3-25FA-4787-B016-B160EFBAEBA2}" emma:medium="tactile" emma:mode="ink">
                <msink:context xmlns:msink="http://schemas.microsoft.com/ink/2010/main" type="inkWord" rotatedBoundingBox="27877,15557 32009,15264 32102,16575 27970,16869"/>
              </emma:interpretation>
            </emma:emma>
          </inkml:annotationXML>
          <inkml:trace contextRef="#ctx0" brushRef="#br0">-1 38 76 0,'0'-15'91'0,"-4"7"-9"0,4 8-1 0,0-14-3 15,0 14 0-15,0 0 1 0,0-15 2 0,0 15 10 16,0 0-10-16,0 0-10 0,0 0 4 0,0 0 4 16,0 0 7-16,0 0 8 0,4 40 0 0,0-7-7 15,-4 2-5-15,7 6-3 0,0 20-6 0,0-6-12 16,-7-17-3-16,4 22-5 0,0-5 7 0,3 5-19 16,0-21-4-16,4 14-5 0,-7-14-5 0,7-3-2 15,0 1-4-15,0-5 1 0,-4 3-18 0,-3-11-28 16,0-3-26-16,-1-2-35 0,1-4-35 0,3-3-33 15,-7-4-122-15,0-8-297 0,0 0 132 0</inkml:trace>
          <inkml:trace contextRef="#ctx0" brushRef="#br0" timeOffset="385.6971">43-34 142 0,'14'-54'152'0,"5"20"-7"0,6 4-4 0,5-1-7 0,10-9 2 16,7 7-4-16,-10 18-5 0,3 0-11 0,-3 10-9 16,-11 3-9-16,-1 4-8 0,-3 1-11 0,-4 8-8 15,-3 7-1-15,3 11-9 0,-7 2-11 0,-7 4-1 16,-8 0-7-16,1 2-2 0,-8 3-6 0,0-2-2 16,-15 14-3-16,4-16-5 0,4-4 0 0,-8-1-6 0,1-2-1 15,-1-1-1-15,4-6-1 0,4-6-4 16,-1-2 2-16,-3-2-1 0,4-4-2 0,-4-2 0 15,8-4-4-15,3 0 3 0,0-3-3 0,11 1 1 0,-19-9-4 16,5 4-1-16,6 1 1 0,8 4 1 0,-11-8-4 16,11 8 2-16,-7-7 3 0,7 7-1 0,0 0-3 15,-7-6-3-15,7 6 0 0,0 0 0 0,0 0 2 16,0 0 1-16,0 0 5 0,29 33 0 0,-11-14 2 16,4 5-6-16,0 4 7 0,0 2-4 15,18 11 2-15,-10-13-3 0,10 14 3 0,-11-14-1 16,12 12-4-16,-5 4-4 0,-10-15-24 0,-1-1-37 0,1 2-33 15,0-3-29-15,3-3-39 0,-15-5-150 0,-6-1-339 16,6-3 150-16</inkml:trace>
          <inkml:trace contextRef="#ctx0" brushRef="#br0" timeOffset="1043.6995">815 571 95 0,'0'0'136'0,"0"0"-11"0,0 0-6 0,0 0 5 16,0 0-1-16,0 0 4 0,0 0-3 0,0 0-5 16,0 0-10-16,0 0-13 0,0 0-9 0,0 0-9 15,0 0-6-15,0 0-2 0,0 0-8 0,0-16-5 16,0 16-3-16,0-13-4 0,0 13-6 0,0 0-4 16,0-11-7-16,0 11 3 0,0 0-7 0,0 0-2 15,0 0-5-15,0 0-5 0,0 0-4 0,0 0 2 16,0 0-1-16,-7-7 0 0,7 7-2 0,0 0-1 15,0 0-3-15,0 0-2 0,0 0 2 0,-22 8-2 16,22-8-1-16,0 0 1 0,0 0-1 0,-11 5 3 16,11-5-3-16,0 0 0 0,0 0-3 0,-8 5 3 15,8-5 1-15,0 0 3 0,0 0-1 0,0 0 7 16,0 0-2-16,0 0 2 0,0 0 0 0,0 0 2 16,15 19-1-16,-15-19 0 0,7 10 3 0,-3-5 1 15,-4-5 1-15,15 10 4 0,-8-4-3 0,-7-6 1 16,7 4 5-16,-7-4 3 0,22 0-3 0,-11 1-1 0,-11-1 0 15,22-8-5-15,-7-3-4 0,-4 3-2 0,3-5-1 16,1-4 0-16,-4-1-3 0,-4 0 0 0,1-1-3 16,-1-2-1-16,-7 1 0 0,4 2-2 0,-8-2 1 15,-3-1-1-15,-1 1-3 0,-3 2 3 0,-3 6-3 16,-1 6-3-16,-3-1 0 0,-4 5-3 0,0 8 10 16,0 2-7-16,-7 5-2 0,-1 5 1 0,5 5 1 15,3 0-1-15,0 7 1 0,4 0 1 0,3 1-1 16,15-9 3-16,-7 9-1 0,3-8-5 0,11 0 1 15,1 6 1-15,3-12 1 0,7-2 0 0,4-1-18 16,7 1-25-16,8-3-18 0,-1-6-26 0,1-6-33 16,7-1-32-16,18-10-11 0,-22-2-11 0,19-2-155 0,-23 0-357 15,5 5 159-15</inkml:trace>
          <inkml:trace contextRef="#ctx0" brushRef="#br0" timeOffset="1693.3389">1569 442 14 0,'0'0'66'0,"0"0"-9"0,0 0 2 16,0 0-11-16,-4-12 8 0,4 12 0 0,0 0 7 16,0 0 7-16,0 0-2 0,-3-15-3 0,3 15 16 15,-8-9 10-15,5-1-7 0,3 10 2 0,-8-14-1 16,5 8-2-16,3 6 7 0,-11-16 3 0,7 6 2 15,-7 2 4-15,4 0-11 0,-4 1-4 0,-4-1-6 16,4 1-7-16,0 5-6 0,-7-3-4 0,0 9-4 16,-1-3-5-16,-3 2-7 0,0 4-1 0,0 1-3 15,4 4-4-15,0 5-8 0,3-3-1 16,0 3 0-16,4-1-1 0,1 4-4 0,2 0-4 0,1 0-1 16,7-1-1-16,0-2 1 0,7 1-2 0,1-2 0 0,-1-5-3 15,11 3 0-15,0-4-1 0,-3-1 1 16,7-1 1-16,-7-1-5 0,7-7-1 0,-8 0 1 0,-3-5 1 15,11 3-2-15,-3-4-1 0,-9 2-1 16,5-9 0-16,0 0 0 0,-8 3 2 0,0 1-4 16,4-6 0-16,4-2 2 0,-11-1-4 0,3 1-1 15,0-1 2-15,-3 2-2 0,0-1 0 0,-1-1 3 0,1 5 3 16,-4 0-6-16,0 0 1 0,0-1-2 0,4 1 5 16,-4 13-4-16,0-17 4 0,0 17 7 0,0-14 2 15,0 14-3-15,-4-9-3 0,4 9-2 0,0 0 4 16,0 0-5-16,0 0 0 0,0 0 3 0,0 0-2 15,-22 18-3-15,18-9 2 0,4 4 1 16,-7 4-3-16,11 2 0 0,-8-2 0 0,4 4 1 16,7 0-2-16,-3-3 2 0,3 2-2 0,1-1-7 0,-5 2-24 15,8-3-33-15,-3 2-35 0,3-3-21 0,7-3-35 16,0 1-52-16,-7-8-148 0,4 1-380 0,7-3 169 16</inkml:trace>
          <inkml:trace contextRef="#ctx0" brushRef="#br0" timeOffset="2218.4874">1931 317 25 0,'0'0'126'0,"0"-13"-12"0,0 13-11 15,0 0 2-15,0 0 0 0,0-11 1 0,0 11-9 16,-3-10-11-16,3 10 0 0,-8-13 5 0,8 13 4 16,-7-12-7-16,-4 7 5 0,4-1-2 0,7 6-7 15,-15-8-8-15,8 6-5 0,7 2-8 0,-19 0-8 16,19 0-2-16,-18 9-4 0,7-1-2 0,-4 6-2 16,4 1 5-16,4 5-6 0,-7-1-6 0,10 2-1 15,0 2-1-15,1 10-5 0,3 0-3 0,3-12 1 16,1 3-5-16,7-3 0 0,0-2 2 0,7-4-4 15,0 0 0-15,4-4 0 0,0-2-3 0,4-5 2 16,7-1-5-16,-7-4 2 0,10-5-2 0,-3-6-1 16,0-3 0-16,-4-4-1 0,4-6-1 0,-4 1-5 15,-3-3 3-15,0-2-2 0,-12-2-1 0,5-1-2 16,-12-4 1-16,4-2 0 0,0-2 1 0,-11 0-1 16,0-16-3-16,0-1 0 0,-4 1-1 0,-3-1 5 15,-4 1-5-15,4 18-2 0,-8-17-1 0,4 18-1 0,4 2 4 16,-1 12 4-16,1 3 6 0,3 5-2 0,1 5-3 15,-1 7 0-15,4 3 1 0,0 0-1 16,0 0-2-16,-22 30 1 0,15 0-3 0,0 3 1 0,7 8 1 16,0 20 1-16,7-6-2 0,4 1 2 0,11 4 0 15,-11-23-2-15,11 19-3 0,0-5-1 0,-8-14-3 16,1-5-18-16,3 1-22 0,-3-3-23 0,0 0-25 16,-4-9-37-16,-4-1-35 0,-7-4-34 0,0-4-146 15,-4-4-371-15,4 3 164 0</inkml:trace>
          <inkml:trace contextRef="#ctx0" brushRef="#br0" timeOffset="2391.0299">1982 257 38 0,'22'-4'244'0,"11"-2"-22"0,8-2-23 16,-1-3-21-16,26-1-19 0,-22 7-14 0,25-11-16 0,-7 6-13 15,-21 4-37-15,17-6-57 0,-14 5-78 16,-11 2-191-16,4-1-265 0,-15 2 118 0</inkml:trace>
          <inkml:trace contextRef="#ctx0" brushRef="#br0" timeOffset="3270.5225">2766-380 156 0,'0'0'170'0,"0"0"-13"0,0 0-9 0,0 0 0 16,0 0-7-16,22 42-14 0,-15-10-3 0,-3 2-8 0,3 2-6 15,4 20-3-15,-7-17-11 0,3 21-5 0,4-6-10 16,-11-14-4-16,4 17-6 0,3-19-12 0,-7-2-7 16,4 2-5-16,-4-4-2 0,3 1-7 0,-3-13 0 15,4 0-6-15,-1-4-2 0,-3-4-1 0,4-2-5 16,-4-3 1-16,0-9-2 0,0 9-5 0,0-9 9 16,0 0-13-16,0 0 0 0,11-38-3 15,-7 15-1-15,-1-15-1 0,1-21-1 0,3 0-1 16,-7-1-7-16,0 2 0 0,8-7 1 0,-12 7-1 0,4-3-1 15,0 3 1-15,0-6 0 0,0 29 0 0,4 2-1 16,-1 1 2-16,5 3-3 0,-1 7 1 0,-3 0 1 16,7 5 0-16,0 3 5 0,0 5-3 0,3-1 1 15,5 0-1-15,-8 5 6 0,11 2 2 0,-4 6 3 16,0 4 0-16,0 10 0 0,1-4 0 0,6 15-2 16,-6 4 2-16,-1 4-3 0,4 21 1 0,0-5 3 0,-11 5-5 15,3 0-1-15,1-1-2 0,-8 0-4 16,-3-17-18-16,3 16-20 0,-3 0-23 0,-4-20-29 0,0-3-25 15,-4-8-15-15,4 1-17 0,0-6-13 0,-7 0-10 16,3-4-121-16,-10-1-313 0,-1-3 139 0</inkml:trace>
          <inkml:trace contextRef="#ctx0" brushRef="#br0" timeOffset="3709.4154">2938 159 69 0,'14'-8'155'0,"8"-3"-17"0,11 0-16 0,7 0-8 16,19-8-10-16,-19 7-10 0,19-3-4 0,-23 4-19 16,8 3 5-16,-7-4-15 0,-4 7-6 0,-7-1-7 15,-1 4-7-15,-3-3-27 0,0 0-18 0,-7 2-22 16,-4-1-6-16,0 4-5 0,-11 0 1 0,14-4-4 16,-14 4 0-16,0 0 6 0,11-3 2 0,-11 3 1 15,0 0 8-15,0 0 0 0,0 0 15 0,0 0 12 16,0 0 8-16,0 0 5 0,0 0 18 0,0 0 10 15,-22-20 9-15,22 20 10 0,-11-7 11 0,4-1 2 16,0 4 9-16,3-5-1 0,4 9 6 0,-15-6 7 0,15 6 0 16,-7-8 5-16,7 8 3 0,-7-5 3 15,7 5-4-15,0 0-7 0,-4-8-6 0,4 8-11 0,0 0-8 16,0 0-8-16,0 0-9 0,0 0-1 16,0 0 0-16,-7 23-2 0,7-4-7 0,-4 2-3 0,4 3 0 15,-4 10-6-15,4 4-3 0,0-5 0 0,8 25-4 16,-5-20-4-16,1 0-1 0,3 17-4 0,-3-18-5 15,3 0 1-15,-3 2-4 0,-4 19-1 0,7-22 1 16,-3 3-8-16,-4-4-3 0,0-4-1 0,0 1-12 16,0-8-19-16,-4-4-12 0,-3 1-20 15,3-2-17-15,4-9-19 0,-7-1-13 0,7-9-8 0,-4 7-19 16,4-7-6-16,0 0-6 0,0 0-4 0,-11-34-1 16,8 11 0-16,-1-16-137 0,-3-16-315 0,7 15 139 15</inkml:trace>
          <inkml:trace contextRef="#ctx0" brushRef="#br0" timeOffset="3898.1287">3479-64 166 0,'15'-17'176'0,"0"10"-6"0,3 2-3 15,0 1-11-15,4 5-12 0,7 0-11 0,4 9-11 16,-11 4-16-16,-3-1-12 0,-1 7-9 0,-3 9-6 16,-1 5-11-16,-10-4-5 0,3 2-5 0,-7 1-4 15,-7-10-8-15,0 1-6 0,-1-3-7 0,-14 8-1 0,-3-2-6 16,-5-6 1-16,12-7-2 0,-4-2-4 0,-11 2-10 15,8-7-16-15,-1-5-33 0,0-1-21 16,8-4-47-16,0-4-34 0,-1-3-153 0,1-4-316 0,4-1 140 16</inkml:trace>
          <inkml:trace contextRef="#ctx0" brushRef="#br0" timeOffset="4407.5298">3834 69 50 0,'0'0'138'16,"0"0"-5"-16,4-10-4 0,-4 10 1 0,0 0-8 15,0 0-6-15,4-10-8 0,-4 10-8 0,0 0-6 16,0 0-9-16,0 0-13 0,0 0-5 0,0 0-4 15,0 0-6-15,0 0-5 0,0 0 3 0,-15 37 3 16,15-15-5-16,-7-1-4 0,7 12 1 0,-4 2-3 16,0 2-4-16,1 0-1 0,6 2-1 0,-6 16-9 15,-1-16-2-15,4-4-2 0,-4 0-1 0,1 2-6 16,3-3-3-16,0-1-1 0,0-12-1 0,0 1-2 0,0-2 0 16,3-2-2-16,-3-1-1 0,0-8-1 15,0-9 1-15,0 0-3 0,0 10 1 0,0-10-4 16,0 0 2-16,0 0-5 0,4-33 1 0,0 13-1 0,-1-2-1 15,1-13-3-15,-4-5-13 0,4 5-13 0,3-19-12 16,-3-7-11-16,3 1-7 0,-3 1-9 16,3-3 12-16,4 2 8 0,-4 23 2 15,4-1-1-15,0-1 9 0,0 8 13 0,8 2 16 0,-8 11 14 0,7-8 18 16,-4 12 15-16,8 2 1 0,-3 2 0 0,-1 3 2 16,0 6 2-16,4 6-4 0,-3 3-4 0,-1 4-3 15,-4 7-3-15,-3 2-2 0,4 14-3 0,-4-5 1 16,-11 5-4-16,-7-1-5 0,-1-2 0 0,-3 5-5 15,-10-2-6-15,-12 12-4 0,11-19-14 0,-19 15-24 16,8-20-23-16,0 2-41 0,-18 4-25 0,11-11-44 16,-19 7-125-16,-3-6-317 0,-7-1 142 0</inkml:trace>
        </inkml:traceGroup>
      </inkml:traceGroup>
    </inkml:traceGroup>
  </inkml:traceGroup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611.43872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3-03-21T06:20:19.080"/>
    </inkml:context>
    <inkml:brush xml:id="br0">
      <inkml:brushProperty name="width" value="0.13333" units="cm"/>
      <inkml:brushProperty name="height" value="0.13333" units="cm"/>
      <inkml:brushProperty name="color" value="#FFFFFF"/>
      <inkml:brushProperty name="fitToCurve" value="1"/>
    </inkml:brush>
  </inkml:definitions>
  <inkml:traceGroup>
    <inkml:annotationXML>
      <emma:emma xmlns:emma="http://www.w3.org/2003/04/emma" version="1.0">
        <emma:interpretation id="{128E119F-CD96-45C4-B529-D47F21996177}" emma:medium="tactile" emma:mode="ink">
          <msink:context xmlns:msink="http://schemas.microsoft.com/ink/2010/main" type="inkDrawing" rotatedBoundingBox="28634,16937 31708,16735 31714,16817 28640,17020" shapeName="None"/>
        </emma:interpretation>
      </emma:emma>
    </inkml:annotationXML>
    <inkml:trace contextRef="#ctx0" brushRef="#br0">-6 189 46 0,'-8'6'211'0,"8"-6"-4"0,0 0-14 0,0 0-12 15,74-6-23-15,-12 1-6 0,11-1-14 0,11-2-9 16,11-6-18-16,12 2-5 0,13-9-6 0,19 3-7 15,15 1-8-15,7 3-7 0,11-4-13 0,4-1-1 16,7 6-5-16,14 4-7 0,8 2-4 0,-7 3-16 16,-11 1-25-16,-12 0-45 0,-17 6-54 0,-23-1-66 15,-36 1-181-15,-19-1-365 0,-39 0 162 0</inkml:trace>
  </inkml:traceGroup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611.43872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3-03-21T06:20:31.670"/>
    </inkml:context>
    <inkml:brush xml:id="br0">
      <inkml:brushProperty name="width" value="0.13333" units="cm"/>
      <inkml:brushProperty name="height" value="0.13333" units="cm"/>
      <inkml:brushProperty name="color" value="#FFFFFF"/>
      <inkml:brushProperty name="fitToCurve" value="1"/>
    </inkml:brush>
  </inkml:definitions>
  <inkml:traceGroup>
    <inkml:annotationXML>
      <emma:emma xmlns:emma="http://www.w3.org/2003/04/emma" version="1.0">
        <emma:interpretation id="{AD6C5793-B79A-4440-9044-CF085370EC20}" emma:medium="tactile" emma:mode="ink">
          <msink:context xmlns:msink="http://schemas.microsoft.com/ink/2010/main" type="writingRegion" rotatedBoundingBox="7522,13999 15053,13815 15091,15342 7559,15526"/>
        </emma:interpretation>
      </emma:emma>
    </inkml:annotationXML>
    <inkml:traceGroup>
      <inkml:annotationXML>
        <emma:emma xmlns:emma="http://www.w3.org/2003/04/emma" version="1.0">
          <emma:interpretation id="{5F6C2A76-9880-4DED-94AB-593ADF6D038F}" emma:medium="tactile" emma:mode="ink">
            <msink:context xmlns:msink="http://schemas.microsoft.com/ink/2010/main" type="paragraph" rotatedBoundingBox="7522,13999 15053,13815 15091,15342 7559,15526" alignmentLevel="1"/>
          </emma:interpretation>
        </emma:emma>
      </inkml:annotationXML>
      <inkml:traceGroup>
        <inkml:annotationXML>
          <emma:emma xmlns:emma="http://www.w3.org/2003/04/emma" version="1.0">
            <emma:interpretation id="{4825AA16-4D1D-444A-B5C0-82B283E606DA}" emma:medium="tactile" emma:mode="ink">
              <msink:context xmlns:msink="http://schemas.microsoft.com/ink/2010/main" type="line" rotatedBoundingBox="7522,13999 15053,13815 15091,15342 7559,15526"/>
            </emma:interpretation>
          </emma:emma>
        </inkml:annotationXML>
        <inkml:traceGroup>
          <inkml:annotationXML>
            <emma:emma xmlns:emma="http://www.w3.org/2003/04/emma" version="1.0">
              <emma:interpretation id="{BD1B3596-A62C-46FE-AE4D-64DFAD585584}" emma:medium="tactile" emma:mode="ink">
                <msink:context xmlns:msink="http://schemas.microsoft.com/ink/2010/main" type="inkWord" rotatedBoundingBox="7522,13999 15053,13815 15091,15342 7559,15526"/>
              </emma:interpretation>
            </emma:emma>
          </inkml:annotationXML>
          <inkml:trace contextRef="#ctx0" brushRef="#br0">1775 8735 28 0,'0'0'123'0,"7"-13"-2"0,-3 7-1 0,-4 6-14 15,4-16-5-15,-4 9-1 0,3-3 0 0,-3 10 2 0,4-21 4 16,0 13-7-16,-4 8-5 0,0-16 0 0,0 8-5 16,0 8-6-16,0 0-6 0,-4-14-8 15,4 14-12-15,0 0 2 0,0 0-12 0,0 0-2 0,0 0-7 16,-11 25-4-16,7-2 1 0,1 13-5 0,-1 19 0 16,0 2-10-16,1-1 4 0,3-1-4 0,-4 11 1 15,4-2-1-15,0 1-3 0,4-4-9 16,-4-6 1-16,3-15-14 0,-3 18-16 0,4-21-16 15,7-5-20-15,-7 0-25 0,3-10-21 0,4-3-32 0,-7-2-146 16,7-6-305-16,-4-4 134 0</inkml:trace>
          <inkml:trace contextRef="#ctx0" brushRef="#br0" timeOffset="433.6453">1771 8802 30 0,'0'-18'122'15,"4"-1"-16"-15,0-4-6 0,3 0-7 0,-3 2 1 16,7-10-2-16,-4 1-7 0,0 9-11 0,8 1-3 16,-4 2 8-16,11-8-4 0,-4 10 1 0,0 1-4 15,1 5-11-15,3 3-10 0,0 5 0 0,-4 5-6 16,4 5 1-16,-4 5-6 0,4 10-9 0,0 6 1 15,-11 2-7-15,-4 4-2 0,1 2 0 0,-8 4-3 0,0-2-2 16,-8 21 3-16,-3-21-8 0,-3-4 0 16,-1 2 1-16,4-3-4 0,-11-3 1 0,4-3-7 15,3-11 3-15,4-1 2 0,-3-3-6 0,3-8 2 0,0 4 0 16,3-6 2-16,-3 2 2 0,11-5-2 0,-18-4-3 16,3-2-2-16,4 1 3 0,0-2 3 0,0-2-7 15,1-9 4-15,6 12 1 0,0 1 2 0,4 5 3 16,-11-8-10-16,11 8 0 0,0 0 3 0,0 0 5 15,0 0-5-15,0 0 2 0,0 0 1 0,19 39-3 16,-9-22 0-16,9 13 3 0,-1-1-5 0,8-1 4 16,-12-1-7-16,12 3 2 0,-4-3 6 0,7 3-3 15,-3-1-4-15,3-1 1 0,-3-4-22 0,-1-1-32 16,-6-6-37-16,-1 1-32 0,-3-1-146 0,-1-4-289 16,-6-3 127-16</inkml:trace>
          <inkml:trace contextRef="#ctx0" brushRef="#br0" timeOffset="862.3979">2232 9202 64 0,'26'18'126'0,"-19"-16"-19"0,8 1-7 0,0 0-10 16,-4 0-3-16,3-3-11 0,-3 0-1 0,-11 0 3 16,22-2-3-16,-7-2-11 0,-8 1 0 0,4-4 11 15,-4 2-10-15,1-3-4 0,-1 0-4 0,0-4-7 0,-3-1-4 16,3-3-2-16,-3-7-6 0,0 3 1 16,-1 0-8-16,-3-1-6 0,0 1-1 0,0-2-7 15,0 3 5-15,-3-2 3 0,-5 6-3 0,1 3-3 0,-4 3 2 16,0-2 0-16,-4 7-3 0,1 0-4 15,-8 3 2-15,4 4 3 0,-4 1-1 0,3 5 6 0,-3 3-4 16,4 1 4-16,-8 12-2 0,4-2 2 0,8 6 0 16,-4-2-4-16,3 4-4 0,8-8 4 0,3 0-2 15,4 1 4-15,4 8 3 0,3-10-5 0,0-3-3 16,12 9 1-16,6-5-3 0,1 0 2 0,3-3-3 16,-7-8-7-16,11 2 0 0,4-4-1 0,-1 1-3 15,-3-10-6-15,-7 0-26 0,-1 2-52 0,12-7-34 16,-11 1-72-16,-1-3-107 0,-3-3-318 15,4 0 141-15</inkml:trace>
          <inkml:trace contextRef="#ctx0" brushRef="#br0" timeOffset="1848.1377">2836 9098 61 0,'0'0'108'0,"4"-13"-3"0,-4 13-7 16,0 0 10-16,-11-17-12 0,11 17-3 0,-7-18 7 16,3 10-4-16,-3 2 7 0,-1-1 4 0,-3-1-8 15,0 6-8-15,0-5-6 0,-3 5-8 0,3 3-8 16,11-1-4-16,-26 6-3 0,12 3-8 0,-5 1 3 15,8 9-3-15,-3-1-7 0,3 3-4 0,-8 8 0 16,8 2-5-16,0 1-2 0,4-1-4 0,3-7-4 0,4 0-6 16,0 7-1-16,4-11 4 0,0-1-8 15,7-1 2-15,0-2 1 0,-4-8-6 0,4 0-2 0,4-4 3 16,3 0-2-16,0-5-2 0,1-3 3 16,-1-6-3-16,0 0-5 0,0-4 2 0,4-10-6 0,-3 7 4 15,-8-13 0-15,7 0-3 0,-7-4 0 0,0 1 0 16,-4-7-2-16,1 4 2 0,-1-2 2 0,-7-16 1 15,-4 13 1-15,4 3-5 0,-3-18-1 0,-5 18-4 16,1-22 3-16,0 22-3 0,-4 4 2 0,7-3 0 16,-7 8 0-16,0 7 2 0,4 4 3 0,-1 1-5 15,8 6 3-15,0 1-4 0,-3 3 3 0,3 7-3 16,-11-9 4-16,11 9-1 0,0 0 1 0,-15 2 0 0,15-2 0 16,0 0-1-16,-11 16 1 0,11-5 0 15,-4 0 1-15,8 2-3 0,-4-1 6 0,4 7-2 16,-1 1 0-16,1 0-2 0,7 2 5 0,-4 11 1 0,1-9-6 15,6 9 4-15,-3 0-3 0,4-3 2 0,-4 5 0 16,0 1 0-16,4-3-4 0,-4 2 4 0,3-6-1 16,-7 9 0-16,8-7 1 0,3-1-3 0,-3 2-1 15,0-4-1-15,-4-6 1 0,0-3-1 0,0-1 1 16,3-3-3-16,1-3-3 0,-4-6 3 0,-4-2-2 16,1-1-19-16,-8-3-3 0,21-3-10 0,-10-2-3 15,0-2-1-15,0-4-3 0,0-3 3 0,-3-6-3 16,-1 0-1-16,0-1-2 0,1-13 12 0,-8 11 1 15,3-7-4-15,-3 5 7 0,0 4 6 0,0 0-3 16,-3 0 10-16,-1 5 16 0,4-2 12 0,-4 7 12 16,1 2 9-16,-1 2 3 0,4 7 2 0,-11-7-1 15,11 7-4-15,-7-6 0 0,7 6-5 0,0 0-4 16,0 0 0-16,-22 9 1 0,18-3 1 0,0 4 1 16,-3 2-4-16,3 7 5 0,1-2-1 0,-1 5-1 15,4 0 1-15,0 0-3 0,11 10-3 0,-4-1-1 16,-3-6 0-16,7 6-1 0,-4-8-2 0,4 6 1 15,4-2-2-15,0-7-5 0,-1-4 0 0,1 2 1 0,3-2-6 16,8-5 5-16,-4-2-6 0,-4-2 5 0,4-6-6 16,0 0 3-16,4-4-4 0,-4-8 4 0,0 0-4 15,-4-4 1-15,8-8 0 0,-8-3 0 0,-4-2-3 0,1-5 2 16,-8 12-2-16,8-14 1 0,-11 3 1 16,-4 1-2-16,0-2-1 0,-4 11 4 15,4-2 1-15,-4 1-3 0,-3 2 2 0,3 2 3 0,-3 3-2 16,3 4 4-16,1 2-2 0,-1 4 8 0,4 6-2 0,-7-10 2 15,7 10-6-15,0 0 3 0,-11-5-4 0,11 5 1 16,0 0-1-16,0 0 2 0,-18 14 0 0,10-7 2 16,5 1 0-16,-1 3-2 0,4 0 4 0,0 2 1 15,0 3-1-15,4 3 1 0,7 0 0 0,-4 2-3 16,4 10 1-16,0-8-3 0,3 8-2 0,5 0 2 16,-1 0-1-16,4-6 0 0,-4 3-7 0,4-2-21 15,-3-2-34-15,-5-6-42 0,1-2-43 0,3-7-43 16,-3 4-216-16,3-6-430 0,-7-6 190 0</inkml:trace>
          <inkml:trace contextRef="#ctx0" brushRef="#br0" timeOffset="2250.0423">3696 9006 5 0,'0'0'192'15,"0"-13"-6"-15,0 13-6 0,0 0-19 0,4-16-8 0,-4 16-14 16,11-7-1-16,-11 7-12 0,11-4 3 0,0 3 2 16,-11 1-11-16,18 10-6 0,1-1-5 0,-1 4-3 15,4 2-7-15,-4 0-9 0,8 8-10 0,-1 0-4 16,5 0-9-16,-5-1-2 0,5 2-7 0,-5 0-6 16,4 2-7-16,1-1-3 0,-1-2-5 0,-11-7-5 15,1 0-6-15,-1-6-10 0,-3 3-26 0,-5-5-18 16,-2 0-16-16,-1-3-6 0,0-2-13 0,-7-3-13 15,0 0-2-15,15-10 8 0,-15 10 0 0,0-22 9 16,-4 5 9-16,1-6 5 0,-5-2 3 0,1-8 7 0,3-4 1 16,-10 3-1-16,-1-4 9 0,-7 2 2 0,4-18 1 15,3 22 13-15,-3 1 10 0,0 1 17 16,10 13 16-16,1 2 16 0,0 7 16 0,-1-1 3 0,5 6-7 16,3 3 0-16,0 0 2 0,-22 9 1 0,11 7-5 15,-4 18-7-15,4-1 1 0,0 6-7 0,0 20-5 16,-3 1-6-16,3 6-2 0,-4-5-5 0,0 6-36 15,1-6-52-15,6 2-52 0,1-5-66 0,-11-2-205 16,10-20-416-16,-3 2 185 0</inkml:trace>
          <inkml:trace contextRef="#ctx0" brushRef="#br0" timeOffset="3549.1171">4688 8581 115 0,'0'-22'172'0,"-4"-1"-8"0,1 1-2 15,3 3-12-15,-4 7-9 0,1 1-6 0,3 3-9 16,0 8-7-16,-8-8-10 0,8 8-14 0,0 0-6 16,0 0-5-16,-22 24-3 0,11-1-8 0,4 14-8 15,-8 19-2-15,-3 2-5 0,11 4-7 0,-4 2-3 16,0 8-3-16,0 7-2 0,0 8-7 0,-11 0-2 15,14 2-2-15,-6-5-5 0,7 2-12 0,-4-8 9 16,7-6-7-16,0-4 1 0,1-6-5 0,6-4-31 16,-6-18-31-16,6 17-36 0,-3-23-50 0,-3 4-54 15,3-6-133-15,-4 1-348 0,0 0 155 16</inkml:trace>
          <inkml:trace contextRef="#ctx0" brushRef="#br0" timeOffset="4355.7557">5416 8878 52 0,'0'0'84'0,"11"-6"-2"0,-11 6 12 0,8-9-12 16,-5 4-1-16,5-2 1 0,-8 7 5 0,11-11-15 16,-8 5 1-16,-3 6 2 0,4-13 2 0,-4 13 14 15,4-9 5-15,-4 9 3 0,-4-14-7 0,4 14-9 0,-11-9-5 16,-4 4-6-16,4 4 4 0,-7 1-7 0,-4 1 5 15,0 3-6-15,-3 3-4 0,-5 8-5 0,5 1-3 16,-8 6-2-16,11 2-9 0,7 5 0 0,-3 1 0 16,3 4-2-16,8-1-5 0,-4 2-6 0,7 3 4 15,4-4-2-15,8 2-6 0,-5-2-2 16,12-4-2-16,0 1-1 0,3-4-7 0,7-1 3 16,-3-2-4-16,8-2-1 0,-5-3-3 0,1-8 1 0,7 4-8 15,0-4-16-15,-11-4-24 0,3-4-19 0,-3 1-41 16,4-6-36-16,0-3-44 0,-4 0-171 0,-1-5-373 15,1-2 165-15</inkml:trace>
          <inkml:trace contextRef="#ctx0" brushRef="#br0" timeOffset="5113.5811">5852 9047 73 0,'0'0'118'0,"0"0"-4"0,0-15 20 0,0 15 7 16,-4-12 3-16,4 12-9 0,-7-5-9 0,7 5-9 15,0 0-12-15,-15-3-8 0,15 3-6 0,-25 15-12 16,17-6-5-16,-10 9-1 0,7-3-12 0,0 7-13 15,-3 7 3-15,-1 0-4 0,8-5-9 0,3 7 3 16,0-8-6-16,4-2-1 0,0 1-9 0,4-3 5 16,3-2-8-16,-3 0 0 0,7-7-3 15,0 0-1-15,3-5-1 0,1 1 0 16,3-6-6-16,1-1 3 0,6-4-4 0,-10-3 2 0,3-4-4 0,1-2-5 16,-5-3 7-16,1 2-2 0,-4-5-2 0,0-1-2 0,-4 0 1 15,0 0-2-15,-7 1 3 0,4-2-2 0,-8-9 1 16,4 10 1-16,0 4-4 0,-7 1 1 0,3 5 0 15,-3 0 1-15,3 0-2 0,-6-1 0 16,6 7 1-16,-7-2-7 0,4 4 5 0,-4-5-1 16,3 2 2-16,-6 1 1 0,14 5-4 0,-15-1 2 0,15 1-2 15,-7-6-2-15,-1 2 5 0,8 4-2 0,0 0 1 16,-7-10 2-16,7 10 0 0,0-14 0 0,0 14-1 16,15-15 1-16,-4 8-2 0,7-5 0 15,-3 3-1-15,3 0 0 0,0 1 0 0,0 3 2 16,1 2-2-16,-1 3 0 0,-3 1 3 0,7 3-1 0,-4 1-3 15,0 4-2-15,1-2 5 0,-1 5-4 0,-3 4 0 16,-1 2 2-16,-3-3 2 0,0 5-5 0,-4 2 2 16,1 1 0-16,-1-3 0 0,-3-1 1 0,-1 1 0 0,-3 2-2 15,0-3 2-15,0-2 0 0,0 2 4 0,0-7-1 16,0-1-10-16,-3-1 10 0,-1 0 2 16,4-10 3-16,-7 12 5 0,3-7 0 0,4-5-2 0,0 0 0 15,0 0-2-15,0 0 0 0,-18-17 1 0,14 5-8 16,0-9 7-16,8-9-3 0,-4-3 0 0,0-2-3 15,7 0-2-15,-3 1 2 0,3 12 1 0,4-9-4 16,-3 1 4-16,3 11-3 0,-4 2 3 0,0 1-1 16,8-1 1-16,-8 8-2 0,4 1 2 0,-3 1-2 15,3 5-4-15,-11 2 1 0,22 5 1 0,-4 3 2 16,-7 0 0-16,3 8-4 0,5 1 5 0,-5 4-5 16,-3 1-1-16,4 10 5 0,-8 2-5 0,8-2 2 15,0 1-4-15,-8-1-10 0,4-1-12 0,-7-7-18 16,-1-3-31-16,-3 3-33 0,4-5-27 0,-4 0-64 15,4-5-104-15,-1-1-330 0,-3-4 146 0</inkml:trace>
          <inkml:trace contextRef="#ctx0" brushRef="#br0" timeOffset="5378.0932">6492 8692 129 0,'0'-11'195'0,"0"11"-17"16,0 0-18-16,0 0-12 0,0 0-16 0,0 0-5 15,0 0-10-15,30 27-8 0,-16-12-8 0,-6 6-3 16,3 2-7-16,3 10-6 0,-3 0-4 0,-3 2-11 16,3 20-7-16,-4-1-6 0,-3-19-5 0,-1 5-5 15,1-1-7-15,0 0-3 0,3-1-3 0,-3-4-8 0,-4 2-1 16,3-12-12-16,-3-1-28 0,4-1-27 15,-4-3-41-15,0-6-31 0,0-2-31 0,0-11-158 16,0 12-328-16,0-12 145 0</inkml:trace>
          <inkml:trace contextRef="#ctx0" brushRef="#br0" timeOffset="5740.143">6445 9186 34 0,'0'0'188'0,"0"0"-12"0,0 0-10 0,0 0-21 16,47 0-18-16,-25 1-6 0,4-3-12 0,0-1-11 16,7 0-8-16,-8 0-7 0,1-1-10 0,3 2-8 15,-7-2-6-15,4-3-10 0,-1 0-2 0,-3-2-9 16,4 2 2-16,-4-6-7 0,0 1-5 0,-4-4-2 16,-3 2 1-16,3-1-1 0,-3-5 3 0,-1 1-9 0,-3 2-3 15,0-1 0-15,-3 0-4 0,-1 1 1 16,-7-2 5-16,0 2 2 0,0 8 7 15,-4-3-5-15,1 1-3 0,-5 4 2 0,1 0-5 0,7 7 0 0,-22-4-3 16,7 8-2-16,1 3 4 0,-5 2-3 0,1 6 0 16,0 2 0-16,-4 10 2 0,7-7-3 0,1 9 1 15,-5 3-6-15,8-1 4 0,8-10-2 0,3 0-5 16,0 1 0-16,3-2-2 0,5-2 0 16,-1-3 0-16,4 1 0 0,7-2 1 0,1-6-1 15,2 0 0-15,-2-2-4 0,3-5-9 0,3-1-20 0,12-5-20 16,-15-1-27-16,4-4-25 0,-5 0-34 0,1-3-35 15,-3 0-114-15,-1-1-308 0,-3-1 136 0</inkml:trace>
          <inkml:trace contextRef="#ctx0" brushRef="#br0" timeOffset="6399.9552">7137 8850 152 0,'-8'-5'146'0,"8"5"0"0,0 0-10 0,0 0 2 16,0 0-9-16,0 0-8 0,0 0-2 0,26 24-7 15,-15-16-10-15,7 4-10 0,0 1-7 0,1 3-9 0,-1 2-9 16,8 4-5-16,-12-6-7 0,1 4-7 0,-4 1-2 16,-4 0-3-16,1 1-7 0,-5 0-5 0,-3 1 4 15,0-1-4-15,-7 1-5 0,0-2-5 0,-1 0 4 16,-3-6-2-16,-7 2-5 0,7-3-8 0,-4-3 4 16,8-5-2-16,3-2-2 0,4-4 4 0,-14-1-3 15,14 1-2-15,-8-13-3 0,8 2 0 16,-3-5-2-16,6-4-2 0,1-1 0 0,3-1-2 0,1 3 3 15,-1-4-5-15,8-5-1 0,-4 9 2 0,3-12-2 16,1 13-3-16,-4 3 4 0,4-3-1 0,-1 1 4 16,1 2 0-16,-1 1-1 0,1 1-8 0,0-1 6 15,-8 5 0-15,-3 3 4 0,-1-5-1 0,5 5 6 16,-8 6-7-16,3-11 3 0,-3 11 0 0,8-8 5 0,-8 8 1 16,0 0 1-16,0-13 3 0,0 13 8 0,0 0 2 15,0 0-2-15,0 0 1 0,-8-11-5 16,8 11-1-16,0 0-1 0,0 0-4 0,0 0 3 0,0 0-3 15,-7-3-6-15,7 3 9 0,0 0 1 0,0 0 3 16,-18 23-5-16,14-11 0 0,0 5 5 0,4 4 1 16,0-2-2-16,0 15 1 0,0-3-6 0,8 0 1 15,-1-1-2-15,4-10 0 0,-4 1 0 0,8-1-1 16,0-3-1-16,-1 0 1 0,8-2-2 0,-3-2 0 16,-1-5 1-16,7-1-4 0,-3-5-2 0,0-2 0 15,0-4 3-15,0-3-6 0,-3-6 8 0,6-8-6 16,-6 4 2-16,-5-2-5 0,8-11 2 0,-7-1 2 15,3 0-1-15,-7-8-1 0,-4 6-1 0,4 0 3 16,-7-2 2-16,-8 0-2 0,4-2 0 0,0 1-3 16,-7-1 1-16,0-2 0 0,-1 3 2 0,-3 3-3 15,0 3 0-15,4 10-3 0,-4 7 5 0,4 2 8 0,3 4 1 16,0 3-8-16,4 4 2 0,0 0 4 16,0 0 5-16,-29 22-1 0,18-3 2 0,8 16 5 15,-1-12-5-15,4 14 2 0,0 2-2 0,7-1-4 0,-3 18 1 16,7 0-1-16,-4-21 1 0,1 5-3 0,6-4 1 15,4-4-4-15,-7-1 0 0,4 3-3 0,-4-14-14 16,0 0-31-16,0-1-29 0,0-3-50 16,-7-5-41-16,3-2-51 0,-7-3-179 0,0-6-422 15,0 0 186-15</inkml:trace>
          <inkml:trace contextRef="#ctx0" brushRef="#br0" timeOffset="6561.8948">7448 8854 45 0,'36'-4'167'0,"-10"2"-16"0,10-1-13 15,5-1-18-15,17-3-7 0,-14-2-13 0,18 5-11 0,-18 0-27 16,22-5-53-16,-7 2-63 0,3-1-103 0,-29 1-170 16,7 1 76-16</inkml:trace>
          <inkml:trace contextRef="#ctx0" brushRef="#br0" timeOffset="7205.5764">8198 8729 14 0,'4'-19'180'0,"-1"11"-4"0,-3 8-12 0,4-13 2 16,-4 13-12-16,4-6-14 0,-4 6-15 0,0 0-14 0,0 0-1 15,0 0-3-15,0 0-6 0,0 0-6 16,14 34-8-16,-10-13-11 0,0 2-4 0,-4 0-6 0,7 15-6 16,-7 0-7-16,-4-1-4 0,4 20 4 0,-3-18-11 15,3-1 1-15,-8-4-5 0,8 1-5 0,-7-10-4 16,7 4-1-16,-4-7-5 0,4-3-1 0,-3-5-1 15,3-4 0-15,0 0-4 0,0-10 3 0,0 0 6 16,3 11-8-16,-3-11 2 0,0 0 0 0,0 0-5 16,19-37-3-16,-8 9 0 0,-4-4 0 0,0-1-2 15,0-6-1-15,1 1 0 0,-5-21-1 0,1 3-2 16,0 18-3-16,3-23-2 0,0 22 3 0,-7 0-3 16,0 0 5-16,4 0-5 0,0 7 4 0,-1 9-4 0,1 4 0 15,3 2-1-15,-7 5 6 0,8 5-4 16,-8 7-3-16,3-11 1 0,-3 11-6 0,4-3 3 15,-4 3 3-15,0 0 0 0,18 14 2 0,-3-1 0 0,0 3-2 16,3 4 2-16,4 9-1 0,0-3 1 0,3 0 3 16,-3 1-3-16,-7-7 1 0,0 9 1 15,-1 2 2-15,-3 0-3 0,0 4-1 16,-7-2-2-16,0-1-7 0,-4-9-21 0,0 10-19 0,-4 0-16 0,-3-3-38 16,3-8-23-16,0-10-55 0,-7 6-185 15,0-1-393-15,-3-6 174 0</inkml:trace>
          <inkml:trace contextRef="#ctx0" brushRef="#br0" timeOffset="7366.4697">8125 9067 125 0,'0'0'191'0,"0"0"-17"0,29-15-19 16,-7 8-17-16,15-2-12 0,3 2-11 15,0-2-14-15,22-5-12 0,1-3-14 0,-5 3-2 16,-18 4-3-16,-3-3-25 0,3 5-41 0,0-5-45 0,-7 0-59 15,-11 4-124-15,4 2-241 0,-4-1 106 0</inkml:trace>
          <inkml:trace contextRef="#ctx0" brushRef="#br0" timeOffset="7837.4656">8802 8720 112 0,'0'0'183'0,"0"0"-14"16,0-14 0-16,0 14-14 0,0 0-5 0,0-10-11 16,0 10-5-16,0 0-5 0,0 0-2 0,0 0-12 15,3-11-8-15,-3 11-8 0,0 0-14 0,0 0-4 0,0 0-9 16,0 0-3-16,0 0-1 0,0 0-7 16,4 31-4-16,0-13-7 0,-1 3-5 0,1 0-3 15,3 15-5-15,-3-3-3 0,0 4 1 0,-1-4-7 16,-3 3-3-16,8 2 2 0,-8-7-4 0,3 2-4 0,-3-1 0 15,4-9-4-15,-4-2 1 0,4 0-4 0,-4-3 2 16,0-1-8-16,0-6 5 0,0-11-1 0,-4 16-1 16,4-16 0-16,0 0 0 0,0 8 2 0,0-8-5 15,0 0-3-15,0 0 2 0,-4-41 0 0,1 11-2 16,-1 7-2-16,0-10-1 0,1 2-7 0,3-23 2 16,-4 14-6-16,4-17 2 0,-4 19-4 15,4-1 1-15,0-1 0 0,0 7-1 0,8 1 3 0,-8 8 1 16,3 3 0-16,5 3 4 0,-1-1-4 0,4 4 5 0,-4-1-1 15,1 8-4-15,3 0 0 0,0 2 5 16,0 4-2-16,3 1 4 0,5 0 2 0,2 5-5 16,-2 0 2-16,3 7-1 0,-8 0-1 0,1 2 4 0,0 1-1 15,-8 5-4-15,0 1-5 0,-7 0-6 0,-7 4-11 16,-4-3-6-16,-7 11-14 0,-4-3-13 16,-4-1-8-16,-7-3-4 0,4-1-8 0,0-4-29 15,-4-1-3-15,14-9-30 0,5 1-163 0,-8-1-331 0,11-10 147 16</inkml:trace>
          <inkml:trace contextRef="#ctx0" brushRef="#br0" timeOffset="8076.3723">9106 8547 118 0,'7'-5'228'16,"-7"5"-11"-16,0 0-17 0,11-3-10 0,-11 3-15 15,0 0-13-15,18 4-13 0,-11 0-12 16,4 4-3-16,-3 0-9 0,-1 4-9 0,8 2-9 0,-8 4 0 16,0 2-9-16,4 10-9 0,-3 1-11 0,-1 3-3 15,0 4-11-15,-3 23-4 0,7-22-7 0,-4 19-4 16,-3-2-9-16,3-17-32 0,1 26-53 0,3-8-46 16,-4-1-48-16,0-21-67 0,-7 2-177 0,0 0-416 15,0 2 185-15</inkml:trace>
        </inkml:traceGroup>
      </inkml:traceGroup>
    </inkml:traceGroup>
  </inkml:traceGroup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611.43872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3-03-21T06:20:40.651"/>
    </inkml:context>
    <inkml:brush xml:id="br0">
      <inkml:brushProperty name="width" value="0.13333" units="cm"/>
      <inkml:brushProperty name="height" value="0.13333" units="cm"/>
      <inkml:brushProperty name="color" value="#FFFFFF"/>
      <inkml:brushProperty name="fitToCurve" value="1"/>
    </inkml:brush>
  </inkml:definitions>
  <inkml:traceGroup>
    <inkml:annotationXML>
      <emma:emma xmlns:emma="http://www.w3.org/2003/04/emma" version="1.0">
        <emma:interpretation id="{60A17293-198F-4D51-923C-160D006D9545}" emma:medium="tactile" emma:mode="ink">
          <msink:context xmlns:msink="http://schemas.microsoft.com/ink/2010/main" type="inkDrawing" rotatedBoundingBox="7748,15713 14216,15336 14221,15416 7753,15793" shapeName="None"/>
        </emma:interpretation>
      </emma:emma>
    </inkml:annotationXML>
    <inkml:trace contextRef="#ctx0" brushRef="#br0">442 376 7 0,'-22'-4'108'0,"4"-1"-3"0,-4 1-9 16,0 0-9-16,4-1-3 0,7 1 9 0,-15-2 2 15,8 5 0-15,-4-4 7 0,3 4 3 0,-3 0-6 16,1 0 9-16,-1-2-3 0,-4 0-1 0,4 3-5 15,4 0-3-15,-4 0-4 0,3 1 5 0,1 1 0 16,7-5-5-16,-7 3 0 0,18 0-5 0,-15 0-2 16,15 0-9-16,-11 0 0 0,11 0-6 0,0 0-6 15,0 0-7-15,0 0-1 0,0 0-2 0,40 12-7 16,4-5-4-16,33-3-5 0,7-3-1 0,4 1-5 16,11-3-4-16,15-6 1 0,10-1-6 15,4-3 1-15,22-1-4 0,15 2-2 0,10-5-2 0,19-3-5 0,0 0 3 16,15-1 1-16,18 2-4 0,14 3-8 0,1-5 2 15,11 3 6-15,-5-7 0 0,5 7-3 0,-4 3-2 16,3-4-3-16,-10 1 4 0,-4 1 0 0,0 0 1 16,-11 6 1-16,-4 2-4 0,-7-6 4 15,-19 6-2-15,-3-4-2 0,-18 5 1 0,-26 4 0 16,-14 0 0-16,-23 2 0 0,-22-3-5 0,-25 8 4 0,-22-7-8 16,-18 2 1-16,-4-2-7 0,-8 6-17 15,-6-6-6-15,-8 2-2 0,0 0-16 0,0 0-30 0,-40 4-39 16,-1-3-35-16,-21 0-38 0,-7-2-229 0,-1 4-455 15,-7-5 202-15</inkml:trace>
  </inkml:traceGroup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611.43872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3-03-21T06:31:28.867"/>
    </inkml:context>
    <inkml:brush xml:id="br0">
      <inkml:brushProperty name="width" value="0.06667" units="cm"/>
      <inkml:brushProperty name="height" value="0.0666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6DBD8018-6BB8-4B83-ADBD-D8E05FFBEAE8}" emma:medium="tactile" emma:mode="ink">
          <msink:context xmlns:msink="http://schemas.microsoft.com/ink/2010/main" type="writingRegion" rotatedBoundingBox="11036,11221 13055,11329 13017,12032 10999,11924"/>
        </emma:interpretation>
      </emma:emma>
    </inkml:annotationXML>
    <inkml:traceGroup>
      <inkml:annotationXML>
        <emma:emma xmlns:emma="http://www.w3.org/2003/04/emma" version="1.0">
          <emma:interpretation id="{C4FC4FD9-C446-42F1-A50A-A0D6E62350D4}" emma:medium="tactile" emma:mode="ink">
            <msink:context xmlns:msink="http://schemas.microsoft.com/ink/2010/main" type="paragraph" rotatedBoundingBox="11036,11221 13055,11329 13017,12032 10999,11924" alignmentLevel="1"/>
          </emma:interpretation>
        </emma:emma>
      </inkml:annotationXML>
      <inkml:traceGroup>
        <inkml:annotationXML>
          <emma:emma xmlns:emma="http://www.w3.org/2003/04/emma" version="1.0">
            <emma:interpretation id="{4EE50ED5-4634-40CD-97D8-CCEAF0EEEC50}" emma:medium="tactile" emma:mode="ink">
              <msink:context xmlns:msink="http://schemas.microsoft.com/ink/2010/main" type="line" rotatedBoundingBox="11036,11221 13055,11329 13017,12032 10999,11924"/>
            </emma:interpretation>
          </emma:emma>
        </inkml:annotationXML>
        <inkml:traceGroup>
          <inkml:annotationXML>
            <emma:emma xmlns:emma="http://www.w3.org/2003/04/emma" version="1.0">
              <emma:interpretation id="{3C7D2495-8419-43FD-8A74-E080E68ABDA9}" emma:medium="tactile" emma:mode="ink">
                <msink:context xmlns:msink="http://schemas.microsoft.com/ink/2010/main" type="inkWord" rotatedBoundingBox="11036,11221 13055,11329 13017,12032 10999,11924"/>
              </emma:interpretation>
            </emma:emma>
          </inkml:annotationXML>
          <inkml:trace contextRef="#ctx0" brushRef="#br0">283 55 22 0,'0'0'87'0,"0"0"-9"16,0 0-6-16,0 0-8 0,0 0 0 0,0 0-5 15,0 0 5-15,0 0-1 0,0 0-10 0,0 0 6 0,0 0-3 16,0 0-4-16,0 0-5 0,0 0-6 0,0 0 11 15,0 0-3-15,0 0 5 0,0 0-6 16,0 0 5-16,0 0 1 0,0 0 3 0,0 0-2 0,0 0-10 16,0 0 0-16,0 0 0 0,-20-28-3 0,20 28-2 15,-9-8-1-15,9 8 0 0,-8-6 3 0,8 6-3 16,-12-6-1-16,12 6-1 0,-13-4-12 0,13 4 6 16,-20-3-4-16,20 3-3 0,-21 0 1 0,9 1 0 15,12-1 0-15,-29 13-2 0,8-4-3 0,4-1-1 16,5 4-6-16,-9 1 3 0,5 3-3 0,3-1 1 15,1 5 1-15,0-2 1 0,3 2-3 0,5-6 1 16,4 11-6-16,0-13 3 0,8 8 0 0,-3 0-4 0,3-2-2 16,4-1 0-16,1-5 1 0,3 1-5 0,9-4-2 15,-4-3 2-15,-9-3-8 0,9-1-13 16,-5-2-26-16,9-2-17 0,-4-4-32 0,4-2-13 0,-1-3-19 16,-3-2-25-16,0-4-106 0,-5-1-280 0,-3 2 124 15</inkml:trace>
          <inkml:trace contextRef="#ctx0" brushRef="#br0" timeOffset="583.8517">287-70 67 0,'0'0'114'0,"0"0"-2"16,-4-11-15-16,4 11-9 0,0 0-1 0,0 0-2 15,0 0-6-15,-4-12-2 0,4 12-5 0,0 0 1 16,0 0-6-16,0 0 3 0,0 0-7 0,0 0-9 16,0 0 0-16,0 0-5 0,0 0-9 0,-4-10 5 15,4 10-8-15,0 0-6 0,0 0 2 0,0 0-2 16,0 0-6-16,0 0 1 0,0 0-6 0,0 0 0 0,0 0-3 15,0 0 0-15,0 0-3 0,0 0-8 0,0 0 2 16,0 0 2-16,0 0 0 0,0 0-5 16,0 0 1-16,0 0 0 0,0 0-1 0,0 0 0 15,0 0 10-15,0 0-11 0,0 40 5 0,0-40-3 16,4 21 3-16,-4-1-3 0,0-1-5 0,8-1 9 0,-8 2-7 16,5 1 2-16,-1 0-2 0,0 1 3 0,0-3 0 15,0 1-3-15,0 0 1 0,0 2-3 0,5-4 1 16,-5-3 5-16,-4 0-5 0,0-3 1 0,4 1 2 15,-4-13-3-15,0 18-2 0,0-18 4 0,0 15-4 16,0-15 6-16,0 0 8 0,0 0-1 16,0 0 0-16,0 0 0 0,0 0-2 0,0 0-2 0,0 0-1 0,-8-57 2 15,8 35-3-15,0 0-7 0,0 2 6 16,0-2-1-16,4 2-3 0,0 0 2 0,4 3 0 16,-4 3 0-16,0 4-1 0,1 3-3 0,3-3 2 0,0 1-7 15,0 4 3-15,-8 5 2 0,17-5-3 0,-5 6 6 16,-12-1 2-16,25 10-5 0,-17 0 4 0,5 0-5 15,-5 7 0-15,4 2 0 0,1 3 5 0,-5-4-6 16,0 6-6-16,1-1-18 0,-1 3-17 0,0-6-31 16,1 5-11-16,-5-3-25 0,0-3-33 0,-4-3-106 15,4-5-268-15,0 4 120 0</inkml:trace>
          <inkml:trace contextRef="#ctx0" brushRef="#br0" timeOffset="2278.5192">792 88 39 0,'0'0'121'0,"0"0"-3"0,-8-13-5 15,8 13-13-15,0-8-7 0,0 8-10 16,-9-10-8-16,9 10-3 0,0 0 0 0,-12-12-4 0,12 12-7 15,-8-3-12-15,8 3 2 0,0 0-9 0,-25 1 3 16,25-1-11-16,0 0-1 0,-21 7-3 0,13-3-3 16,0 1-5-16,8-5 4 0,-17 13-9 0,5-5 2 15,3 0 1-15,1 0 1 0,0 3-5 0,0-2 3 16,-1 1-2-16,5 2 5 0,-4-1-1 0,0 1-5 16,4 0 7-16,-1-3-6 0,5-9 1 0,0 19-3 15,0-19 0-15,13 22-2 0,-13-16-4 0,4 3 3 16,4 0 0-16,-8-9-5 0,13 14 2 15,-5-10 4-15,-8-4-5 0,16 6 2 0,-16-6-2 0,13 1-1 16,-13-1 0-16,20-3-3 0,-20 3 1 0,17-7 1 16,-9 0-2-16,5-2 2 0,-1 0 0 0,-4 0-2 0,-4 1-4 15,5-2 6-15,-1-1-4 0,-4-1 2 0,0 6-2 16,5-2-2-16,-9 8-2 0,4-14 6 16,-4 14 0-16,4-12-1 0,-4 12 4 0,0 0-6 0,4-14 2 15,-4 14-4-15,0 0-2 0,-4-17 5 0,4 17-3 16,-8-14 3-16,8 14 0 0,0 0 0 0,0-16-1 15,0 16 2-15,-5-9 2 0,5 9 2 0,0 0-1 16,-4-9-2-16,4 9 1 0,0 0 7 0,0 0-7 16,-4-10 8-16,4 10-2 0,0 0-3 0,0 0 3 15,0 0 0-15,0 0 0 0,0 0-1 0,0 0-4 16,0 0 4-16,0 0-3 0,-8-11-3 0,8 11 4 16,0 0-5-16,0 0 1 0,0 0-1 0,0 0-4 0,0 0 3 15,0 0-3-15,0 0 3 0,0 0-1 0,0 0 1 16,0 0-3-16,0 0 1 0,0 0 1 0,0 0 0 15,0 0-1-15,0 0 5 0,0 0-1 0,0 0-5 16,0 0 1-16,0 0-1 0,0 0 0 0,8 41 4 16,-8-41-5-16,4 15 0 0,-4-5-1 0,4 2 3 15,1 0-3-15,3 2 2 0,-4-3 1 0,0 2-1 16,0 2 6-16,5 3-3 0,-5-9-1 0,0 2 1 16,4-3 1-16,-8 4 0 0,8-4-3 0,-8-8-3 15,9 13 5-15,-9-13-1 0,8 7 1 0,-8-7-1 16,0 0-2-16,16 0 2 0,-16 0-1 0,13-9 6 0,-5 1-3 15,0-3-3-15,1 0-1 0,-5-1 6 0,4-7-7 16,0 3 6-16,1-3-6 0,-1 5 1 16,-8 0 3-16,8-5-2 0,-4 6-3 0,0 4 3 15,-4 9 0-15,9-19 3 0,-9 11-6 0,0 8 9 0,0 0-6 16,4-13 3-16,-4 13-3 0,0 0 1 0,0 0-2 16,0 0-2-16,0 0 2 0,0 0-2 0,0 0 4 15,0 0 3-15,0 0-7 0,0 0 5 0,0 0-5 16,0 0 1-16,4 40 1 0,-4-29 4 0,0-11-6 0,4 15 3 15,-4-2 2-15,4 1-1 0,0-1-1 0,-4 0 0 16,4-4-1-16,1 10 1 0,-5 0 1 16,0-7 3-16,0-12-5 0,0 21-2 0,0-9 7 0,0-12-5 15,4 15-1-15,-4-15 2 0,0 12-4 0,0-12 7 16,0 0-2-16,0 0 6 0,0 0-8 0,0 0 8 16,0 0-2-16,0 0-2 0,0 0 1 0,0 0-1 15,0 0 0-15,4-49-4 0,0 29 1 0,0 1 3 16,0 4-4-16,0-7 1 0,0 4 1 0,5 0-1 15,-5 5 3-15,0 0-3 0,4 0 1 0,1 2-5 16,-5 4 6-16,8-3 0 0,-12 2 1 0,0 8-5 16,12-10-3-16,-12 10 3 0,13-5 1 0,-13 5 1 0,0 0-1 15,0 0 0-15,21 12 1 0,-13-5 5 16,-4 5-7-16,0-3 4 0,0 4-5 0,0-1 5 16,1 0 1-16,-1 3-1 0,0-1-3 0,8 5-2 0,-4-3 7 15,-3-2-1-15,7-4-6 0,-8 4 2 0,9-3-2 16,-5 0 2-16,0-2 1 0,0-4 4 15,1 0-4-15,3-2-1 0,-4 3 0 0,9-5 4 16,-17-1-9-16,29-10 2 0,-21 6-2 0,9 0 5 0,-5-4-3 16,4-7 4-16,-7 5-4 0,3-4 2 0,-4-3 0 15,9-3 3-15,-9 2-3 0,-4 0 4 0,5 0-4 16,-5 5 3-16,0 0-4 0,0 1 2 0,-4-1 3 16,0 13 1-16,0-17-2 0,0 17 0 15,0-15 1-15,0 15 1 0,0 0 0 0,-12-9-1 0,12 9 2 16,-13-2-1-16,13 2-3 0,-25 7 3 0,17 0-1 15,-8 7-2-15,-1-2 0 0,1 2 3 0,7 3-1 0,1-4 0 16,0-2-3-16,-1 6 3 0,5-4-6 0,4 0 7 16,0-1-5-16,0-12 2 0,0 23-2 0,4-16 4 15,-4-7-4-15,9 17 1 0,-5-14 0 0,-4-3 5 16,12 7-3-16,-12-7 1 0,13-1-2 16,-13 1 3-16,20-4 2 0,-11-5-6 0,3 1 0 0,0 0 5 15,-3-2-1-15,3-4 3 0,-8 3 3 0,5-2-3 16,-5 6 0-16,4-7 4 0,-4 0-4 15,0 1 2-15,0 4-1 0,-4 9 6 0,4-15 2 0,-4 15 0 0,0-10 3 16,0 10-2-16,0 0-3 0,0 0-3 16,5-12 2-16,-5 12-1 0,0 0-5 0,0 0 2 15,0 0-3-15,0 0 2 0,0 0-2 0,0 0 1 0,0 0 0 16,0 0-4-16,-9 50 1 0,9-36 0 0,0 2-1 16,0 5 2-16,4-1-2 0,-4 1-1 15,0 5-1-15,9 9 3 0,-9 1 5 0,4-10 1 0,-4 13-4 16,-4-13 0-16,4 13-2 0,4-4 1 15,-8-9-1-15,4 2 4 0,-9-1-6 0,5-6 7 0,0 2-5 16,0-5 1-16,-4 1 0 0,4-7 4 0,-5-4 2 16,5-1 9-16,4-7 18 0,0 0-4 0,-8 6-2 15,8-6-5-15,0 0-1 0,-25-25-2 0,13 3-3 16,-1 3 1-16,5-5-6 0,-4 0-1 0,8 1-2 16,-5-3-4-16,9 3-6 0,-8-2-12 0,8 4-25 15,0 2-21-15,0 5-23 0,0-1-28 0,8-4-40 0,-4 5-28 16,1 1-176-16,-5 1-378 0,4 0 167 0</inkml:trace>
          <inkml:trace contextRef="#ctx0" brushRef="#br0" timeOffset="2672.5861">1606 149 120 0,'0'0'134'0,"0"0"-10"0,0 0-7 0,0 0 1 16,0 0-12-16,0 0-1 0,0 0-6 0,13-4 3 0,-13 4-9 15,8-4-4-15,-8 4-11 0,16-5-3 0,-16 5-5 16,13-9-5-16,-5 4-8 0,5-1 4 16,-1-2-2-16,0 0-10 0,-3 2 0 0,-5-1-3 0,8-2-4 15,-8 3 0-15,-4 6 1 0,13-12 2 0,-13 4-7 16,0 8 0-16,8-19 3 0,-8 19-4 0,0-14-2 15,0 14 0-15,0 0-5 0,-4-16-2 0,4 16-4 16,-17-5-2-16,5 4-4 0,12 1-1 0,-29 6-2 16,12-1-2-16,1 4-2 0,-5 5-2 0,-4 0 2 15,5 3 0-15,7 1 0 0,-3-1 2 0,3-4 0 16,5 4 2-16,0 2 0 0,4-7 2 0,4 3 1 16,0-4-1-16,4 3 2 0,4-6-2 0,0 0 0 0,9-2-6 15,8 0 2-15,4-4-1 0,0 1-3 0,12-4-3 16,-4-1-4-16,5-11-37 0,3 4-48 15,25-7-57-15,-24 0-67 0,-5 3-157 0,-4-5-394 16,-16 3 174-16</inkml:trace>
        </inkml:traceGroup>
      </inkml:traceGroup>
    </inkml:traceGroup>
  </inkml:traceGroup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611.43872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3-03-21T07:10:55.745"/>
    </inkml:context>
    <inkml:brush xml:id="br0">
      <inkml:brushProperty name="width" value="0.06667" units="cm"/>
      <inkml:brushProperty name="height" value="0.06667" units="cm"/>
      <inkml:brushProperty name="color" value="#FFFFFF"/>
      <inkml:brushProperty name="fitToCurve" value="1"/>
    </inkml:brush>
  </inkml:definitions>
  <inkml:traceGroup>
    <inkml:annotationXML>
      <emma:emma xmlns:emma="http://www.w3.org/2003/04/emma" version="1.0">
        <emma:interpretation id="{F48AFA1C-D1BC-43B9-8FE3-77324489DF5E}" emma:medium="tactile" emma:mode="ink">
          <msink:context xmlns:msink="http://schemas.microsoft.com/ink/2010/main" type="writingRegion" rotatedBoundingBox="10119,4439 12772,3826 12909,4418 10256,5031"/>
        </emma:interpretation>
      </emma:emma>
    </inkml:annotationXML>
    <inkml:traceGroup>
      <inkml:annotationXML>
        <emma:emma xmlns:emma="http://www.w3.org/2003/04/emma" version="1.0">
          <emma:interpretation id="{354977C9-CDA6-4A1E-A27C-7DF75AF1B856}" emma:medium="tactile" emma:mode="ink">
            <msink:context xmlns:msink="http://schemas.microsoft.com/ink/2010/main" type="paragraph" rotatedBoundingBox="10119,4439 12772,3826 12909,4418 10256,5031" alignmentLevel="1"/>
          </emma:interpretation>
        </emma:emma>
      </inkml:annotationXML>
      <inkml:traceGroup>
        <inkml:annotationXML>
          <emma:emma xmlns:emma="http://www.w3.org/2003/04/emma" version="1.0">
            <emma:interpretation id="{F5E1612C-F482-4D53-ADE0-158B09172CE9}" emma:medium="tactile" emma:mode="ink">
              <msink:context xmlns:msink="http://schemas.microsoft.com/ink/2010/main" type="line" rotatedBoundingBox="10119,4439 12772,3826 12909,4418 10256,5031"/>
            </emma:interpretation>
          </emma:emma>
        </inkml:annotationXML>
        <inkml:traceGroup>
          <inkml:annotationXML>
            <emma:emma xmlns:emma="http://www.w3.org/2003/04/emma" version="1.0">
              <emma:interpretation id="{CD88F68E-851A-4474-8944-A757281B1850}" emma:medium="tactile" emma:mode="ink">
                <msink:context xmlns:msink="http://schemas.microsoft.com/ink/2010/main" type="inkWord" rotatedBoundingBox="10119,4439 12772,3826 12909,4418 10256,5031"/>
              </emma:interpretation>
            </emma:emma>
          </inkml:annotationXML>
          <inkml:trace contextRef="#ctx0" brushRef="#br0">1416-7037 125 0,'0'0'119'0,"0"0"2"0,0 0 1 16,29-43-7-16,-29 43-8 0,0 0 0 0,0 0-6 0,22-31 0 15,-22 31-6-15,0 0-2 0,0 0-1 0,0 0-2 16,0 0-3-16,4-46-4 0,-4 46-2 0,0 0 6 16,0 0-6-16,0 0-8 0,0 0-10 0,0 0-2 15,0 0-9-15,0 0-4 0,-95 8-5 0,95-8-1 16,-51 34-5-16,18-9-1 0,7 2-5 0,-3 2 1 15,3 4-1-15,1 0-7 0,6-1-2 0,1 3-3 16,18-35-2-16,-18 55 0 0,7-24-1 0,11-31-2 16,0 0 3-16,3 68-5 0,-3-68-3 0,15 38 2 15,-15-38-1-15,33 34-1 0,-33-34-4 0,40 24 1 16,-40-24-12-16,55 23-16 0,-55-23-23 0,48 7-31 16,-48-7-31-16,47-3-44 0,-47 3-209 0,0 0-389 15,66-20 172-15</inkml:trace>
          <inkml:trace contextRef="#ctx0" brushRef="#br0" timeOffset="1633.9315">2042-7109 82 0,'0'0'103'15,"0"0"-8"-15,0 0-1 0,0 0-15 0,0 0-3 16,0 0-5-16,0 0 9 0,0 0-12 0,0 0-4 16,0 0 1-16,0 0-2 0,0 0-6 0,0 0-1 15,0 0 8-15,0 0-10 0,0 0 2 0,0 0 7 16,0 0-8-16,0 0 16 0,0 0-2 0,0 0 0 16,0 0-2-16,0 0-1 0,0 0-8 0,0 0 10 0,0 0-1 15,0 0-7-15,0 0-8 0,0 0-3 0,0 0-4 16,0 0-6-16,0 0-1 0,0 0-8 15,0 0 5-15,0 0-8 0,0 0-2 0,0 0 1 0,0 0-5 16,0 0 1-16,0 0-3 0,-22 101-1 0,22-101-2 16,18 55 0-16,-10-26-2 0,-8-29-1 0,11 56 0 15,-11-56-5-15,14 39 3 0,-14-39-1 0,11 37-5 16,-11-37 1-16,0 0 1 0,11 40 3 0,-11-40-4 16,0 0-2-16,0 0 2 0,0 0-5 0,0 0 11 15,18 29-3-15,-18-29-5 0,0 0 2 0,0 0-1 16,0 0 0-16,0 0 1 0,0 0-9 0,0 0 4 15,0 0-2-15,4-118 4 0,-4 118-3 0,-7-55 0 16,7 55 0-16,-15-45 0 0,15 45-1 0,-3-48-1 16,3 48 2-16,-8-42 0 0,8 42 3 15,0 0-5-15,-14-40 1 0,14 40 2 0,0 0 0 0,0 0 0 16,0 0 3-16,0 0-5 0,0 0 2 0,-22-30 0 0,22 30-3 16,0 0 5-16,0 0 4 0,0 0-2 0,0 0 0 15,0 0 0-15,0 0-1 0,0 0 4 16,0 0-1-16,0 0-3 0,84 92-1 0,-84-92 4 0,36 19-4 15,-36-19 5-15,41 18-8 0,-41-18-3 0,44 13-8 16,-44-13-19-16,0 0-24 0,43 15-13 0,-43-15-15 16,0 0-16-16,0 0-8 0,0 0-5 0,52-5-8 15,-52 5 11-15,0 0 12 0,0 0 19 0,40-29-8 16,-40 29 4-16,0 0 8 0,11-41 2 16,-11 41 12-16,0 0 0 0,-4-56 4 0,4 56 8 15,0 0 19-15,0 0 25 0,-18-65 16 0,18 65 4 0,0 0 21 16,-11-36 23-16,11 36 17 0,0 0 6 0,0 0 9 15,-22-30 14-15,22 30 5 0,0 0 6 0,0 0-8 0,0 0-5 16,0 0-9-16,0 0-9 0,0 0-14 16,0 0-5-16,0 0-4 0,0 0-1 0,0 0-7 15,0 0-2-15,0 0-9 0,0 0-6 0,0 0-3 0,0 0-2 16,0 0-10-16,0 0-12 0,18 142-29 0,-18-142-28 16,11 42-38-16,-11-42-50 0,15 42-24 0,-15-42-45 15,7 37-161-15,-7-37-394 0,0 0 174 0</inkml:trace>
          <inkml:trace contextRef="#ctx0" brushRef="#br0" timeOffset="2217.297">2481-7282 59 0,'0'0'85'16,"0"0"-3"-16,0 0 10 0,0 0-3 0,0 0 18 16,0 0-2-16,0 0 10 0,0 0 4 0,0 0 1 15,0 0 2-15,0 0-1 0,0 0-6 0,0 0 0 16,0 0 0-16,0 0-11 0,0 0-7 0,0 0-9 15,0 0-5-15,0 0-10 0,0 0-4 0,0 0-4 16,0 0-7-16,0 0-7 0,0 0-6 0,0 0-2 16,0 0-2-16,0 0-4 0,0 0-4 0,0 0-6 15,0 0-7-15,0 0 5 0,0 0-6 0,0 0-5 16,0 0-5-16,0 0-11 0,103-6 0 0,-103 6-11 16,40-12-5-16,-40 12-2 0,0 0 3 0,40-13-1 15,-40 13-3-15,0 0-1 0,0 0 2 0,0 0 2 16,0 0-5-16,0 0 0 0,0 0-10 0,0 0-3 0,0 0-3 15,0 0 4-15,0 0 2 0,0 0 5 0,0 0-1 16,0 0 3-16,0 0 3 0,0 0 4 16,0 0-2-16,0 0 6 0,0 0 1 0,0 0 2 0,0 0-1 15,0 0 4-15,0 0 3 0,0 0 2 0,0 0 2 16,0 0 13-16,0 0 18 0,0 0 11 0,0 0 9 16,0 0 18-16,0 0 6 0,0 0 1 0,0 0 3 15,0 0-10-15,0 0-2 0,0 0-8 0,0 0-3 16,0 0-5-16,0 0-3 0,0 0-5 15,0 0-3-15,0 0-3 0,-69 88-3 0,69-88-4 16,0 0 2-16,18 61-6 0,-18-61-5 0,11 46-22 0,-11-46-11 16,7 56-21-16,-7-56-27 0,11 52-32 0,-11-52-26 15,7 32-36-15,-7-32-41 0,0 0-182 0,0 0-410 16,19 35 181-16</inkml:trace>
          <inkml:trace contextRef="#ctx0" brushRef="#br0" timeOffset="2694.5432">2796-7363 154 0,'0'0'228'0,"0"0"-9"0,0 0-11 0,0 0-13 16,0 0-20-16,0 0-17 0,0 0-12 0,0 0-20 15,-15-51-14-15,15 51-12 0,0 0-7 0,0 0-8 16,0 0-12-16,0 0-7 0,0 0-2 0,0 0-3 15,0 0-2-15,0 0-6 0,0 0-4 0,0 0-4 16,19 147-3-16,-12-112-5 0,-7-35-5 0,11 64-1 16,-4-34-1-16,-7-30-5 0,7 44-2 0,-7-44-1 15,15 44-3-15,-15-44-4 0,7 39-1 0,-7-39-3 16,0 0 1-16,0 0-4 0,8 41 3 0,-8-41-4 16,0 0 3-16,0 0-4 0,0 0-3 0,0 0-3 15,0 0 5-15,0 0-4 0,0 0-2 0,0 0 1 16,0 0 3-16,0 0-6 0,0-156 7 0,-8 118-5 0,8 38-1 15,-7-72 4-15,0 38-4 0,7 34 2 0,0-69 2 16,0 69-2-16,0-49 2 0,0 49-2 0,0 0 4 16,0 0 2-16,0-49 3 0,0 49 1 0,0 0 1 15,0 0-8-15,0 0 3 0,0 0-6 0,0 0 8 16,0 0-1-16,0 0 0 0,0 0 2 0,0 0-4 16,0 0 0-16,0 0-1 0,0 0 3 0,73 105 1 15,-58-73-1-15,-15-32-1 0,18 44-1 0,-18-44-4 16,18 41 1-16,1-12-2 0,-19-29-8 0,14 34-23 0,-14-34-27 15,0 0-28-15,11 43-32 0,-11-43-28 16,0 0-24-16,0 0-33 0,0 0-156 0,0 0-386 16,0 0 170-16</inkml:trace>
          <inkml:trace contextRef="#ctx0" brushRef="#br0" timeOffset="2831.2863">2814-7128 144 0,'0'0'210'0,"0"0"-18"0,0 0-18 0,0 0-16 15,0 0-10-15,0 0-20 0,0 0-11 0,0 0-8 16,0 0-17-16,84-54-15 0,-84 54-41 0,41-9-39 16,-41 9-48-16,40-14-77 0,-40 14-107 0,0 0-252 15,0 0 112-15</inkml:trace>
          <inkml:trace contextRef="#ctx0" brushRef="#br0" timeOffset="3457.943">3034-7374 123 0,'0'0'193'0,"0"0"-14"0,0 0-10 16,0 0-11-16,0 0-15 0,0 0-13 0,0 0-3 0,0 0-9 16,0 0-7-16,0 0-3 0,0 0-3 0,0 0-1 15,0 0-5-15,0 0-7 0,0 0-10 0,0 0-4 16,0 0-7-16,0 0-4 0,0 0-4 0,0 0-5 15,0 0-4-15,77 66-7 0,-77-66-1 0,18 61-8 16,-11-38-3-16,-7-23-1 0,11 44-7 0,-11-44 2 16,15 37-3-16,-15-37-6 0,0 0 2 0,11 47-8 15,-11-47 0-15,0 0-2 0,0 0-13 0,11 38-8 16,-11-38-1-16,0 0-2 0,0 0-8 0,0 0-4 16,0 0-2-16,0 0 3 0,0 0 0 0,0 0-2 15,0 0 4-15,0 0 9 0,-51-114-4 0,36 81 1 16,15 33-3-16,-22-67 5 0,11 33-4 0,11 34 1 0,-11-57 10 15,11 57-1-15,-7-36 0 0,7 36 2 16,0 0 1-16,0 0 3 0,0 0-3 0,-8-44 8 0,8 44-8 16,0 0 9-16,0 0 4 0,0 0 5 0,0 0 2 15,0 0 2-15,0 0-3 0,0 0 0 16,0 0 3-16,114 61-5 0,-85-43 1 0,4 2 1 0,-33-20-2 16,48 34-1-16,-30-18-4 0,-18-16-1 0,33 29 0 15,-33-29 4-15,36 25-10 0,-36-25-8 0,0 0-17 16,26 26-6-16,-26-26-15 0,0 0 4 0,0 0-9 15,0 0-4-15,0 0-5 0,0 0-7 0,0 0 8 16,0 0 4-16,0 0 10 0,0 0 0 0,0 0 0 16,0 0 5-16,-7-119 14 0,7 119-6 0,-22-67 9 15,14 37 1-15,8 30-1 0,-21-52 2 0,21 52 4 16,-15-36 12-16,15 36 16 0,0 0 13 0,-15-40 11 16,15 40 12-16,0 0-3 0,0 0-2 0,0 0-2 0,0 0-4 15,0 0 1-15,0 0 0 0,0 0-2 16,0 0-1-16,0 0-1 0,0 0-3 0,0 0-6 15,0 0 2-15,0 0-7 0,0 0 3 0,22 141-7 0,-22-141-1 16,22 49-9-16,-22-49-20 0,22 37-24 0,-22-37-29 16,22 39-26-16,-22-39-37 0,11 33-33 0,-11-33-167 15,0 0-357-15,0 0 158 0</inkml:trace>
          <inkml:trace contextRef="#ctx0" brushRef="#br0" timeOffset="3770.8261">3586-7634 5 0,'0'0'276'0,"0"0"0"0,0 0-26 0,-33-46-21 16,33 46-24-16,0 0-17 0,0 0-19 0,0 0-10 0,0 0-9 16,0 0-13-16,0 0-13 0,0 0-7 0,-91 54-8 15,91-54-12-15,-15 33-6 0,15-33-10 0,0 0-8 16,0 0-2-16,19 63-12 0,-19-63-1 0,0 0-8 15,40 45-6-15,-40-45-5 0,40 28-10 0,-7-11-11 16,-4 4-12-16,1-4-9 0,-30-17-7 0,51 32-1 16,-51-32 2-16,55 28-2 0,-37-15 4 0,-18-13 0 15,0 0 0-15,29 32 0 0,-29-32 4 0,0 0-3 16,0 0 3-16,0 0 1 0,0 0 3 0,-51 77-2 16,51-77 0-16,-55 29-9 0,22-15-20 0,0-1-45 15,33-13-49-15,-80 14-47 0,43-9-69 0,37-5-156 16,-77 9-428-16,41-4 189 0</inkml:trace>
        </inkml:traceGroup>
      </inkml:traceGroup>
    </inkml:traceGroup>
  </inkml:traceGroup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611.43872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3-03-21T07:11:09.242"/>
    </inkml:context>
    <inkml:brush xml:id="br0">
      <inkml:brushProperty name="width" value="0.06667" units="cm"/>
      <inkml:brushProperty name="height" value="0.06667" units="cm"/>
      <inkml:brushProperty name="color" value="#FFFFFF"/>
      <inkml:brushProperty name="fitToCurve" value="1"/>
    </inkml:brush>
  </inkml:definitions>
  <inkml:traceGroup>
    <inkml:annotationXML>
      <emma:emma xmlns:emma="http://www.w3.org/2003/04/emma" version="1.0">
        <emma:interpretation id="{4A34D83E-0F61-45C7-BF23-5316DD1E47EB}" emma:medium="tactile" emma:mode="ink">
          <msink:context xmlns:msink="http://schemas.microsoft.com/ink/2010/main" type="writingRegion" rotatedBoundingBox="25242,3969 30076,2625 30326,3522 25491,4867"/>
        </emma:interpretation>
      </emma:emma>
    </inkml:annotationXML>
    <inkml:traceGroup>
      <inkml:annotationXML>
        <emma:emma xmlns:emma="http://www.w3.org/2003/04/emma" version="1.0">
          <emma:interpretation id="{1CB5CE36-A5A2-4723-9259-A59F5419A27D}" emma:medium="tactile" emma:mode="ink">
            <msink:context xmlns:msink="http://schemas.microsoft.com/ink/2010/main" type="paragraph" rotatedBoundingBox="25242,3969 30076,2625 30326,3522 25491,4867" alignmentLevel="1"/>
          </emma:interpretation>
        </emma:emma>
      </inkml:annotationXML>
      <inkml:traceGroup>
        <inkml:annotationXML>
          <emma:emma xmlns:emma="http://www.w3.org/2003/04/emma" version="1.0">
            <emma:interpretation id="{FB05679A-71DA-4235-88D6-FE8D320DA2FD}" emma:medium="tactile" emma:mode="ink">
              <msink:context xmlns:msink="http://schemas.microsoft.com/ink/2010/main" type="line" rotatedBoundingBox="25242,3969 30076,2625 30326,3522 25491,4867"/>
            </emma:interpretation>
          </emma:emma>
        </inkml:annotationXML>
        <inkml:traceGroup>
          <inkml:annotationXML>
            <emma:emma xmlns:emma="http://www.w3.org/2003/04/emma" version="1.0">
              <emma:interpretation id="{D49FDF3A-3A7C-4183-BF92-F97EDDDF4238}" emma:medium="tactile" emma:mode="ink">
                <msink:context xmlns:msink="http://schemas.microsoft.com/ink/2010/main" type="inkWord" rotatedBoundingBox="25242,3969 30076,2625 30326,3522 25491,4867"/>
              </emma:interpretation>
            </emma:emma>
          </inkml:annotationXML>
          <inkml:trace contextRef="#ctx0" brushRef="#br0">0 0 132 0,'0'0'172'0,"0"0"-7"0,0 0-25 0,0 0-11 16,0 0-6-16,0 0-13 0,0 0 0 0,0 0-8 15,0 0-11-15,0 0-3 0,0 0-9 0,0 0-11 16,0 0-4-16,0 0-4 0,19 123-10 0,-19-123-3 16,7 48-5-16,-7-48 1 0,7 63-9 0,-7-63-1 0,11 39-9 15,-11-39-13-15,4 42-16 0,-4-42-15 0,0 0-21 16,7 41-15-16,-7-41-20 0,0 0-12 16,0 0-14-16,0 0-20 0,0 0-113 0,0 0-254 0,0 0 112 15</inkml:trace>
          <inkml:trace contextRef="#ctx0" brushRef="#br0" timeOffset="297.5398">-62 31 63 0,'0'0'127'0,"0"0"-4"0,0 0 1 16,0 0-7-16,0 0-8 0,0 0 5 0,-25-52-5 15,25 52-4-15,0 0-11 0,0 0-11 0,0 0-4 0,0 0-8 16,0 0-7-16,33-45-2 0,-33 45-8 15,36-19-5-15,-36 19-8 0,0 0-4 0,66-9-2 0,-66 9-3 16,0 0-4-16,70 23 3 0,-41-7-6 0,-29-16-11 16,55 46 6-16,-44-17-2 0,3 2-7 15,-14-31 0-15,26 61 0 0,-22-27-3 0,-4-34-2 0,-8 58 2 16,8-58-1-16,-25 66-3 0,10-37-5 0,-7 1 6 16,22-30-1-16,-44 49 1 0,26-32 0 0,18-17-1 15,-37 28 1-15,37-28-4 0,-36 19 0 0,36-19 1 16,-41 12-11-16,41-12-28 0,0 0-18 0,0 0-24 15,0 0-30-15,0 0-44 0,0 0-95 0,-47-40-268 0,47 40 119 16</inkml:trace>
          <inkml:trace contextRef="#ctx0" brushRef="#br0" timeOffset="794.988">480-63 24 0,'0'0'66'0,"0"0"7"15,0 0-4-15,0 0-10 0,0 0-1 0,0 0 1 16,0 0-6-16,0 0 5 0,0 0 7 0,0 0-5 15,0 0 10-15,0 0-7 0,0 0-4 0,-26-58-1 0,26 58-2 16,0 0-1-16,0 0-2 0,0 0-5 16,0 0-2-16,0 0 7 0,0 0-1 0,0 0-2 15,-36-20-6-15,36 20 1 0,0 0 9 0,0 0 4 0,0 0 6 16,0 0 10-16,0 0 8 0,0 0 6 0,0 0-2 16,0 0 0-16,0 0-1 0,0 0-4 0,0 0-8 15,0 0-12-15,0 0-3 0,0 0-6 0,0 0-9 16,0 0-1-16,0 0-6 0,0 0-4 0,0 0-3 15,0 0-1-15,0 0-6 0,0 0 4 0,0 0-6 16,0 121 1-16,0-121-3 0,14 55 2 0,-14-55-2 16,11 62-6-16,-11-62-3 0,8 45 3 0,-8-45-3 15,7 38 1-15,-7-38 1 0,0 0-3 0,11 45 0 0,-11-45-2 16,0 0-8-16,0 0 8 0,29 31-2 16,-29-31 2-16,0 0-3 0,0 0-4 0,0 0-14 15,59-7-9-15,-59 7-17 0,0 0-14 0,0 0-17 0,73-31-27 16,-73 31-14-16,37-17-11 0,-37 17-38 0,36-20-13 15,-36 20-154-15,29-23-357 0,-29 23 157 16</inkml:trace>
          <inkml:trace contextRef="#ctx0" brushRef="#br0" timeOffset="1089.4951">418 28 103 0,'0'0'206'0,"0"0"-17"0,0 0-15 16,0 0-16-16,0 0-5 0,0 0-16 0,0 0-11 16,0 0-10-16,0 0-14 0,0 0-8 0,0 0-11 15,0 0-9-15,0 0-5 0,0 0-6 0,0 0-7 16,0 0-4-16,0 0-11 0,0 0-3 0,0 0-4 15,51-59 1-15,-51 59-5 0,0 0-2 0,36-16-7 16,-36 16-13-16,0 0-13 0,41-19-23 0,-41 19-21 16,0 0-28-16,0 0-24 0,0 0-22 0,36-17-46 15,-36 17-104-15,0 0-296 0,0 0 131 0</inkml:trace>
          <inkml:trace contextRef="#ctx0" brushRef="#br0" timeOffset="1734.4954">377-98 59 0,'0'0'71'0,"0"0"-10"16,0 0-6-16,0 0-4 0,0 0-13 0,0 0-1 15,0 0-5-15,0 0 1 0,0 0-3 16,0 0-3-16,0 0-2 0,0 0 4 0,0 0 3 0,0 0-4 16,0 0 5-16,0 0-3 0,0 0-6 0,0 0 4 15,0 0-8-15,0 0 5 0,0 0 4 0,0 0 4 16,0 0-5-16,0 0 15 0,0 0 8 0,0 0 5 15,0 0 10-15,0 0 5 0,0 0-5 0,0 0 3 16,0 0-9-16,0 0 2 0,0 0 0 0,0 0 2 16,0 0-1-16,0 0-7 0,0 0 1 0,0 0 2 15,0 0-1-15,0 0-2 0,0 0-1 0,0 0-8 16,-33-62-1-16,33 62-1 0,0 0 0 0,0 0-3 16,0 0 2-16,-18-32-3 0,18 32 1 0,0 0-4 0,0 0-4 15,0 0 0-15,0 0-7 0,0 0 1 16,0 0-1-16,0 0-6 0,0 0-3 0,0 0 2 15,0 0 0-15,0 0-7 0,0 0-2 0,0 0 1 0,59-46 1 16,-59 46-4-16,44-13-3 0,-44 13-3 0,47-13-4 16,-47 13-10-16,48-13-11 0,-48 13-18 0,36-10-21 15,-36 10-18-15,0 0-22 0,44-10-26 0,-44 10-28 16,0 0-45-16,0 0-104 0,0 0-329 0,0 0 146 16</inkml:trace>
          <inkml:trace contextRef="#ctx0" brushRef="#br0" timeOffset="2868.5533">846-259 121 0,'0'0'135'0,"0"0"-9"0,0 0-6 0,0 0-8 15,0 0-2-15,0 0-13 0,0 0 1 0,0 0-8 16,0 0-4-16,0 0-5 0,0 0-2 0,0 0-2 15,0 0-9-15,0 0 1 0,0 0 0 0,0 0 0 0,0 0-5 16,0 0-8-16,0 0-7 0,0 0 0 0,0 0-1 16,0 0-3-16,0 0-5 0,0 0-5 0,0 0-4 15,0 0-3-15,0 0-5 0,0 0 3 16,0 0-7-16,0 0-1 0,0 0-2 0,0 0-3 0,0 0 3 16,0 0-5-16,0 0 4 0,0 0-10 15,0 0 5-15,0 0-6 0,0 0 1 0,0 0 3 0,0 0 0 16,0 0-6-16,0 0 2 0,0 0 4 0,0 0-2 15,0 0-2-15,0 0-4 0,0 0 7 0,0 0 1 16,0 0-2-16,0 0-1 0,0 0 4 0,0 0 1 16,0 0 2-16,0 0 0 0,0 0 2 0,0 0-5 15,0 0-1-15,0 0 5 0,0 0-4 0,0 0 4 0,-33-42-2 16,33 42 2-16,0 0-7 0,0 0 6 16,0 0 2-16,0 0-2 0,0 0 4 0,0 0 2 15,0 0 3-15,0 0-1 0,0 0-1 0,0 0-3 0,0 0-1 16,0 0-1-16,0 0-1 0,0 0-2 15,0 0-2-15,0 0-2 0,0 0 3 0,0 0-1 16,0 0-3-16,0 0 3 0,0 0-2 0,0 0-4 0,26 140 4 16,-23-100-2-16,-3-40 2 0,11 73-2 0,-7-35 6 15,7-5-13-15,-11-33 8 0,18 66-3 0,-18-66 1 16,15 39-2-16,-15-39 2 0,18 37-1 0,-18-37 2 16,0 0-4-16,18 28 1 0,-18-28-2 0,0 0 2 15,0 0-3-15,0 0 5 0,0 0-6 16,0 0 4-16,0 0-5 0,0 0-2 0,0 0-2 0,0 0 0 15,0 0-6-15,30-96-11 0,-30 96-2 0,-11-62-2 16,11 62-8-16,-11-68 2 0,0 37 3 0,11 31 0 16,-15-53-2-16,15 53 7 0,-18-49-5 0,18 49 8 0,-15-36 7 15,15 36-6-15,-18-29-1 0,18 29 12 0,0 0 1 16,0 0-1-16,-26-34-4 0,26 34 4 0,0 0-1 16,0 0 4-16,0 0 1 0,-29-21-1 0,29 21 6 15,0 0 0-15,0 0-1 0,0 0-1 16,0 0 4-16,0 0 2 0,0 0 0 0,0 0 5 15,0 0-1-15,0 0-1 0,0 0-3 0,0 0 1 0,0 0-1 16,0 0 0-16,0 0-1 0,0 0 4 0,69-48-3 16,-69 48-2-16,37-11 0 0,-37 11 0 0,40-13 1 15,-40 13-16-15,0 0-19 0,63-12-19 0,-63 12-22 16,0 0-25-16,0 0-18 0,0 0-17 0,43-2-24 16,-43 2-108-16,0 0-287 0,0 0 127 0</inkml:trace>
          <inkml:trace contextRef="#ctx0" brushRef="#br0" timeOffset="3038.9303">776-52 77 0,'0'0'109'0,"110"-37"-8"0,-110 37-18 0,55-26-4 15,-55 26-7-15,48-21-7 0,-23 10-9 0,-25 11-14 16,40-25-20-16,-40 25-23 0,37-21-39 0,-37 21-72 15,0 0-119-15,33-17 53 0</inkml:trace>
          <inkml:trace contextRef="#ctx0" brushRef="#br0" timeOffset="3361.314">1230-352 92 0,'0'0'157'0,"0"0"0"16,0 0-16-16,0 0-7 0,0 0-11 0,0 0-1 15,0 0-8-15,0 0-11 0,0 0 0 0,0 0-4 16,0 0-14-16,0 0 1 0,0 0-12 0,0 0-8 16,0 0-4-16,0 0 4 0,0 0-3 15,0 0 2-15,0 0-9 0,0 0 3 0,0 0-1 0,0 0-4 16,0 0-6-16,0 0 0 0,0 0-6 0,33 103-3 15,-33-103-3-15,11 41-4 0,-11-41 2 0,7 55-11 0,-7-55 2 16,15 44-2-16,-15-44-4 0,18 60-2 16,-18-60-9-16,4 39-16 0,-4-39-17 0,11 37-18 15,-11-37-17-15,0 0-26 0,0 0-21 0,0 0-11 0,15 36-23 16,-15-36-25-16,0 0-131 0,0 0-321 0,0 0 142 16</inkml:trace>
          <inkml:trace contextRef="#ctx0" brushRef="#br0" timeOffset="4126.5527">1413-291 28 0,'0'0'118'15,"0"0"-10"-15,0 0 5 0,0 0-15 0,0 0-14 0,0 0-6 16,0 0 1-16,0 0-3 0,0 0 2 0,0 0 3 16,0 0 1-16,0 0 7 0,15-61 2 15,-15 61 1-15,0 0 2 0,0 0 5 0,0 0-2 0,0 0 7 16,0 0-7-16,0 0-13 0,0 0-3 0,0 0-8 16,0 0-5-16,0 0-12 0,0 0 0 0,0 0-11 15,0 0-3-15,0 0 1 0,0 0-5 0,0 0-2 16,0 0-3-16,0 0-2 0,0 0-3 0,25 114-7 15,-25-114 3-15,8 45 1 0,-8-45-2 16,11 54-6-16,-11-54 5 0,18 41-8 0,-18-41-2 0,15 37 0 16,-15-37 4-16,0 0-4 0,11 31 1 0,-11-31 1 15,0 0-7-15,0 0 3 0,0 0-3 0,0 0 1 16,0 0 0-16,0 0 0 0,0 0-7 0,0 0 2 16,0 0 4-16,0 0-3 0,0 0 1 0,0 0-4 15,0 0 3-15,0 0-4 0,0 0 0 0,0 0 0 0,0 0 2 16,-41-135-1-16,41 135 0 0,-14-36-3 0,14 36 2 15,0 0-2-15,-19-37-1 0,19 37 3 0,0 0 3 16,0 0-8-16,0 0 5 0,0 0-4 0,0 0 0 16,0 0 3-16,0 0-1 0,0 0 0 0,0 0 4 15,0 0 0-15,0 0-1 0,0 0 1 16,52-30-2-16,-52 30 3 0,0 0 2 0,0 0-4 0,84 19 4 16,-84-19-3-16,0 0 6 0,58 12-4 0,-58-12 0 15,0 0-2-15,48 16-2 0,-48-16-4 0,0 0-6 0,33 13-10 16,-33-13-12-16,0 0-7 0,0 0-7 15,0 0-2-15,0 0-4 0,0 0 4 0,0 0-13 16,0 0-3-16,0 0-11 0,0 0 20 0,0 0 3 0,0 0 3 16,0 0-8-16,0 0 17 0,0 0 3 0,0 0-3 15,0 0 17-15,-59-105-1 0,59 105-2 0,-25-27 4 16,25 27 1-16,0 0 3 0,-30-34 3 0,30 34 5 16,0 0 10-16,0 0 11 0,-22-26 15 0,22 26 10 15,0 0 3-15,0 0 6 0,0 0 6 0,0 0 4 16,0 0 2-16,0 0-6 0,0 0-1 0,0 0-7 15,0 0-1-15,0 0-6 0,0 0-4 0,0 0-2 16,0 0-1-16,0 0-2 0,0 0-3 0,0 0-2 16,0 0-2-16,0 0-4 0,0 0 2 0,0 0-1 15,0 0 0-15,0 0-8 0,92 78-7 0,-92-78-27 16,11 50-19-16,-11-50-25 0,0 41-30 0,0-41-17 16,0 0-32-16,7 48-35 0,-7-48-143 0,0 0-353 0,0 0 156 15</inkml:trace>
          <inkml:trace contextRef="#ctx0" brushRef="#br0" timeOffset="4470.1781">1790-481 11 0,'0'0'187'0,"0"0"-21"0,0 0-17 0,0 0-18 16,0 0-12-16,0 0-18 0,0 0-5 0,0 0-6 15,0 0-18-15,0 0 8 0,0 0-7 0,0 0-10 0,0 0 4 16,0 0-12-16,0 0-1 0,0 0-5 0,0 0 2 16,0 0-7-16,0 0 0 0,7 121-1 15,-7-121-2-15,0 0-1 0,11 54-6 0,-11-54-4 0,15 35 2 16,-15-35 0-16,0 0-3 0,22 43-13 0,-22-43 12 16,18 27-5-16,-18-27 0 0,0 0 1 0,22 29-4 15,-22-29 1-15,0 0 1 0,0 0-3 0,30 29-4 16,-30-29 3-16,0 0 2 0,0 0-9 0,0 0 6 15,0 0-2-15,0 0-7 0,36 12 4 0,-36-12-1 16,0 0-6-16,0 0-13 0,0 0-18 0,0 0-18 16,0 0-17-16,48-52-17 0,-48 52-29 0,0 0-14 15,33-35-6-15,-33 35-28 0,0 0-109 0,22-28-286 16,-22 28 126-16</inkml:trace>
          <inkml:trace contextRef="#ctx0" brushRef="#br0" timeOffset="4708.6218">1790-288 62 0,'0'0'179'0,"0"0"-19"0,0 0-12 16,0 0-14-16,0 0-16 0,0 0-9 0,0 0-29 15,0 0 5-15,0 0-9 0,0 0-11 0,59-73-2 16,-59 73-5-16,40-22-9 0,-40 22-2 0,33-22-11 15,-33 22-10-15,44-22 2 0,-44 22 1 0,40-21-26 16,-40 21-9-16,37-20-22 0,-37 20-16 16,25-18-20-16,-25 18-11 0,0 0-2 0,0 0-18 0,0 0-100 15,0 0-211-15,0 0 95 0</inkml:trace>
          <inkml:trace contextRef="#ctx0" brushRef="#br0" timeOffset="4874.53">1753-476 6 0,'0'0'145'16,"0"0"-10"-16,0 0-18 0,0 0-16 0,0 0-3 0,0 0-13 16,0 0-4-16,0 0-15 0,0 0-1 0,81-74-4 15,-52 57-9-15,-29 17-14 0,44-22-22 0,-15 7-9 16,-29 15-6-16,48-24-8 0,-48 24-16 0,44-21-17 16,-44 21-36-16,40-14-79 0,-40 14-168 0,0 0 75 15</inkml:trace>
          <inkml:trace contextRef="#ctx0" brushRef="#br0" timeOffset="5176.9691">2277-723 149 0,'0'0'152'0,"0"0"0"16,0 0-11-16,0 0-6 0,-114 36-1 0,114-36-8 0,-36 21-3 15,36-21 1-15,-37 18-12 0,37-18-11 0,0 0-10 16,-33 24-7-16,33-24-4 0,0 0-8 0,0 0-1 15,0 0-8-15,0 0-5 0,0 0-12 0,0 0 3 16,48 70-8-16,-48-70-4 0,40 20 1 0,-40-20-6 16,59 23-8-16,-26-9-1 0,-33-14-1 0,44 21-4 15,-12-6 2-15,-32-15-1 0,44 21-6 0,-44-21-3 16,26 19 0-16,-26-19 2 0,0 0-4 0,0 0 1 16,0 49-1-16,0-49 0 0,0 0-2 0,0 0 2 0,-70 56 1 15,48-43-3-15,22-13-5 0,-54 22-8 16,17-11-24-16,37-11-7 0,-66 20-17 0,30-17-40 15,36-3-11-15,-74 16-25 0,41-11-39 0,33-5-132 0,-65 5-328 16,28 3 146-16</inkml:trace>
          <inkml:trace contextRef="#ctx0" brushRef="#br0" timeOffset="9852.8645">2903-990 113 0,'0'0'148'16,"0"0"-4"-16,0 0-6 0,0 0-3 0,0 0 3 15,0 0-3-15,0 0 0 0,0 0 6 0,0 0 5 16,0 0 0-16,0 0-11 0,0 0-15 0,0 0-8 16,0 0-9-16,0 0-14 0,0 0-12 0,0 0 0 15,0 0-6-15,-88 44-6 0,66-13-4 0,4 5-4 16,-8 14-5-16,8-15-6 0,10 4-1 0,-6 17-5 15,10-19-4-15,4-37-2 0,-4 73-6 0,4-73-2 0,22 68-2 16,-11-36 0-16,4-4-5 0,-15-28-6 16,37 48-3-16,-8-28-15 0,0 2-13 15,0-5-30-15,-29-17-25 0,74 27-26 0,-41-21-50 0,7 1-39 0,-40-7-197 16,62 1-415-16,-62-1 184 0</inkml:trace>
          <inkml:trace contextRef="#ctx0" brushRef="#br0" timeOffset="10528.1489">3404-926 104 0,'0'0'139'16,"0"0"-10"-16,0 0 3 0,0 0 2 0,0 0-7 16,0 0 2-16,0 0-1 0,0 0-11 0,0 0-10 15,0 0-9-15,0 0-17 0,-37-58-9 0,37 58-1 16,0 0-12-16,0 0 0 0,0 0-9 0,0 0-9 15,-106 44 3-15,81-24-4 0,25-20-6 0,-48 39 3 0,26-15 2 16,22-24-7-16,-29 30-1 0,29-30-5 16,-22 32 1-16,22-32-1 0,0 0 0 0,0 0-3 15,-7 38-3-15,7-38-1 0,0 0-3 0,0 0 0 0,0 0-5 16,0 0 5-16,80 15-4 0,-80-15-4 0,0 0 0 16,66-6 1-16,-66 6 0 0,0 0-4 0,51 0 4 15,-51 0-5-15,0 0 0 0,48 7-5 0,-48-7 3 16,0 0 4-16,36 25 1 0,-36-25-6 0,19 28-7 15,-19-28 9-15,14 36-3 0,-14-36-1 0,0 0 2 16,4 56-1-16,-4-56-3 0,0 0 2 0,-18 51 3 16,18-51-3-16,0 0-1 0,-30 45 1 0,30-45 1 15,0 0-1-15,-29 24 3 0,29-24-7 0,0 0-12 16,0 0-5-16,-44 3-28 0,44-3-20 0,0 0-28 16,0 0-13-16,0 0-21 0,-55-47-40 0,55 47-105 15,0 0-299-15,-11-41 133 0</inkml:trace>
          <inkml:trace contextRef="#ctx0" brushRef="#br0" timeOffset="11254.9692">3594-902 39 0,'0'0'82'0,"0"0"-10"0,0 0-7 15,0 0-7-15,0 0-5 0,0 0-7 0,0 0-3 16,0 0-3-16,0 0 5 0,0 0 5 0,0 0 1 15,0 0 3-15,0 0 12 0,0 0 4 0,0 0 16 0,0 0-8 16,0 0 9-16,0 0 2 0,0 0-9 0,-25-74 6 16,25 74 4-16,0 0 6 0,0 0 2 15,0 0 1-15,0 0-1 0,0 0 1 0,0 0-8 0,0 0-6 16,0 0-11-16,0 0-3 0,0 0-9 0,0 0-1 16,0 0-12-16,0 0-7 0,0 0 0 0,0 0-5 15,0 0-3-15,0 0-1 0,0 0-2 0,0 0-1 16,0 0-1-16,0 0-3 0,0 0-2 0,0 0 0 15,0 0-2-15,0 0 1 0,22 127-7 0,-22-127-1 16,11 42 1-16,-11-42-4 0,14 38 1 16,-14-38-2-16,22 36 1 0,-22-36-1 0,0 0-2 0,26 37 0 15,-26-37-2-15,0 0-2 0,33 20 0 0,-33-20 3 16,0 0 0-16,0 0 3 0,0 0-1 0,0 0-3 16,0 0-3-16,80-36 1 0,-80 36-4 0,19-35 4 15,-19 35-2-15,0 0 5 0,11-56-9 0,-11 56 3 16,3-44 0-16,-3 44 0 0,0 0-2 15,-7-55 0-15,7 55 2 0,0 0-3 0,0 0 0 0,-7-57 3 0,7 57-5 16,0 0-1-16,0 0 1 0,-11-33 1 16,11 33-2-16,0 0 4 0,0 0-2 15,0 0 1-15,-19-31 0 0,19 31 1 0,0 0-2 0,0 0 3 0,0 0-1 16,0 0 8-16,0 0 2 0,0 0 3 0,0 0-2 16,0 0 3-16,0 0-3 0,0 0 1 0,-25-30-3 15,25 30-1-15,0 0-4 0,0 0 0 0,0 0-1 16,0 0 1-16,0 0-3 0,0 0 3 0,0 0 1 15,0 0-4-15,0 0 0 0,0 0 3 0,0 0 0 16,0 0 1-16,0 0-5 0,44 126 2 0,-44-126 1 16,14 39-1-16,-14-39-2 0,11 40 3 0,-11-40-3 15,15 32-7-15,-15-32-13 0,0 0-12 16,18 34-18-16,-18-34-18 0,0 0-23 0,0 0-16 16,30 27-26-16,-30-27-21 0,0 0-21 0,0 0-33 0,0 0-144 15,0 0-380-15,0 0 168 0</inkml:trace>
          <inkml:trace contextRef="#ctx0" brushRef="#br0" timeOffset="11958.8255">3968-1060 8 0,'0'0'136'0,"0"0"-2"0,0 0 2 0,0 0-4 16,0 0-1-16,0 0-3 0,0 0-1 0,0 0-6 15,0 0-1-15,0 0 2 0,0 0-3 0,0 0 0 16,0 0-5-16,7-61 0 0,-7 61-3 0,0 0-7 15,0 0 0-15,0 0-7 0,0 0-8 0,0 0-4 16,0 0-9-16,0 0-3 0,0 0-14 0,0 0-3 16,0 0-6-16,0 0-7 0,0 0-7 0,0 0-3 0,0 0-1 15,0 0-9-15,0 0 3 0,0 0-1 16,0 0-5-16,0 0 2 0,0 0-7 0,0 0 0 16,0 0 0-16,0 0-3 0,0 0-3 0,0 0-1 0,0 0 1 15,18 129 0-15,-18-129-3 0,4 38 0 0,-4-38-1 16,0 0 0-16,15 57-1 0,-15-57 5 0,7 33-6 15,-7-33-1-15,0 0 3 0,0 0-1 16,7 46-2-16,-7-46-1 0,0 0 1 0,0 0 0 0,0 0-4 16,0 0 1-16,0 0 0 0,0 0 0 0,0 0-5 15,0 0 1-15,0 0-5 0,0 0-2 16,0 0 0-16,0 0-10 0,0 0 4 0,0 0-3 0,0 0 1 16,0 0-2-16,-36-147 1 0,36 147 4 0,-15-56-1 15,15 56 3-15,-11-44 3 0,11 44 4 0,-7-37-4 16,7 37 5-16,0 0-2 0,-8-46 1 0,8 46-1 0,0 0-1 15,0 0 4-15,0 0-1 0,0 0 2 16,22-46 2-16,-22 46-3 0,0 0 1 0,0 0 0 0,48-12-1 16,-48 12-1-16,0 0 3 0,0 0 1 0,0 0 0 15,0 0 1-15,80 27-5 0,-80-27-2 0,22 31 6 16,-22-31 0-16,0 0-4 0,11 54 4 0,-11-54 0 16,0 0-8-16,-7 48 7 0,7-48-1 15,0 0 3-15,-22 45-4 0,22-45 3 0,0 0 1 16,-26 31 0-16,26-31 1 0,0 0-1 0,0 0 0 0,0 0 3 15,0 0-7-15,-21 28 5 0,21-28-4 0,0 0-2 16,0 0-4-16,0 0 1 0,0 0 2 0,0 0 0 16,0 0-1-16,0 0 1 0,0 0-5 0,0 0 6 15,0 0-3-15,0 0 5 0,0 0-1 0,109-9 3 16,-109 9-1-16,0 0-3 0,37 19-3 0,-37-19 4 16,26 24-5-16,-26-24 0 0,0 0 2 0,0 0 1 0,14 46-9 15,-14-46 14-15,0 0-2 0,0 0 1 0,0 0 2 16,-33 60 0-16,33-60-4 0,0 0 3 15,-33 27 5-15,33-27 0 0,0 0-2 0,-44 13 4 0,44-13-7 16,0 0-4-16,0 0-34 0,0 0-31 16,0 0-25-16,0 0-35 0,0 0-35 0,-58-48-150 15,58 48-344-15,0 0 152 0</inkml:trace>
          <inkml:trace contextRef="#ctx0" brushRef="#br0" timeOffset="12718.9564">4425-1172 12 0,'0'0'90'16,"0"0"-1"-16,0 0-18 0,0 0 10 0,0 0-5 15,0 0-7-15,0 0 3 0,0 0-7 0,0 0 4 16,0 0-7-16,0 0-3 0,0 0-5 0,0 0 4 16,0 0-14-16,0 0 0 0,0 0-1 0,0 0 4 0,0 0-1 15,0 0 0-15,0 0 1 0,0 0-8 16,0 0 8-16,0 0-8 0,0 0 5 0,0 0-7 15,0 0-10-15,0 0 8 0,0 0 5 0,0 0-10 16,0 0 3-16,0 0 4 0,0 0 2 0,0 0-3 0,0 0 2 16,0 0-6-16,-40-59 1 0,40 59 0 0,0 0-1 15,0 0 1-15,0 0 4 0,0 0 2 0,0 0 7 16,-29-28-3-16,29 28-5 0,0 0-1 0,0 0-3 16,0 0-6-16,0 0-3 0,-52-8 0 15,52 8-4-15,0 0-2 0,0 0-4 0,0 0-3 16,-62 24 3-16,62-24-1 0,-36 21 2 0,36-21-4 0,0 0 2 15,-30 27 3-15,30-27-6 0,0 0 8 0,-22 36-4 16,22-36-1-16,0 0 0 0,0 0 0 0,0 45-4 16,0-45 2-16,0 0 0 0,0 0-5 0,48 45 4 15,-48-45-3-15,40 18 0 0,-40-18 2 0,44 16-6 16,-44-16 2-16,44 12 0 0,-44-12-2 16,40 13-2-16,-40-13 0 0,0 0-1 0,0 0 3 0,44 16-1 15,-44-16-5-15,0 0 1 0,0 0 1 0,0 0-5 0,0 0 7 16,0 0-1-16,11 36-4 15,-11-36 2-15,0 0 0 0,0 0 0 0,0 0 0 0,0 0 0 16,-69 40-4-16,69-40-5 0,0 0-6 0,-52 10-13 0,52-10-16 16,0 0-21-16,-44 4-28 0,44-4-30 0,0 0-32 15,0 0-47-15,0 0-110 0,0 0-337 0,0 0 150 16</inkml:trace>
          <inkml:trace contextRef="#ctx0" brushRef="#br0" timeOffset="13122.5672">4378-1431 19 0,'0'0'163'0,"0"0"-7"0,0 0-8 0,0 0-4 16,0 0-4-16,-15-63-13 0,15 63-8 0,0 0-6 15,0 0-6-15,0 0-11 0,0 0-4 0,0 0-6 16,0 0-7-16,69-17-4 0,-69 17-4 0,0 0-4 15,74 35-3-15,-45-14-7 0,4 3-1 0,-7-2-5 16,14 22-3-16,-15-16 0 0,-6 3-6 0,10 19-2 0,-18-13-3 16,-4 1-7-16,-7 22 6 0,-7-3-8 15,-8-1-4-15,-7-2 0 0,0-3-4 0,-7 0-10 16,-11 0-16-16,7 2-29 0,-11-6-38 0,-4 0-31 16,8-8-34-16,-7 3-206 0,-8-5-372 0,7-4 165 0</inkml:trace>
        </inkml:traceGroup>
      </inkml:traceGroup>
    </inkml:traceGroup>
  </inkml:traceGroup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611.43872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3-03-21T07:14:49.525"/>
    </inkml:context>
    <inkml:brush xml:id="br0">
      <inkml:brushProperty name="width" value="0.06667" units="cm"/>
      <inkml:brushProperty name="height" value="0.06667" units="cm"/>
      <inkml:brushProperty name="color" value="#FFFFFF"/>
      <inkml:brushProperty name="fitToCurve" value="1"/>
    </inkml:brush>
  </inkml:definitions>
  <inkml:traceGroup>
    <inkml:annotationXML>
      <emma:emma xmlns:emma="http://www.w3.org/2003/04/emma" version="1.0">
        <emma:interpretation id="{E180B0FE-D46B-44B2-9BCF-33CBEB76E0CC}" emma:medium="tactile" emma:mode="ink">
          <msink:context xmlns:msink="http://schemas.microsoft.com/ink/2010/main" type="writingRegion" rotatedBoundingBox="22586,16446 27131,15953 27255,17099 22710,17592"/>
        </emma:interpretation>
      </emma:emma>
    </inkml:annotationXML>
    <inkml:traceGroup>
      <inkml:annotationXML>
        <emma:emma xmlns:emma="http://www.w3.org/2003/04/emma" version="1.0">
          <emma:interpretation id="{4B155F4B-BF19-4027-A10F-7FDB3C03DB9F}" emma:medium="tactile" emma:mode="ink">
            <msink:context xmlns:msink="http://schemas.microsoft.com/ink/2010/main" type="paragraph" rotatedBoundingBox="22586,16446 27131,15953 27255,17099 22710,17592" alignmentLevel="1"/>
          </emma:interpretation>
        </emma:emma>
      </inkml:annotationXML>
      <inkml:traceGroup>
        <inkml:annotationXML>
          <emma:emma xmlns:emma="http://www.w3.org/2003/04/emma" version="1.0">
            <emma:interpretation id="{26DA4159-F00F-4F17-B52D-2B729E2D019E}" emma:medium="tactile" emma:mode="ink">
              <msink:context xmlns:msink="http://schemas.microsoft.com/ink/2010/main" type="line" rotatedBoundingBox="22586,16446 27131,15953 27255,17099 22710,17592"/>
            </emma:interpretation>
          </emma:emma>
        </inkml:annotationXML>
        <inkml:traceGroup>
          <inkml:annotationXML>
            <emma:emma xmlns:emma="http://www.w3.org/2003/04/emma" version="1.0">
              <emma:interpretation id="{2E3F1710-8DD1-4DFA-A484-35A9F59BDA41}" emma:medium="tactile" emma:mode="ink">
                <msink:context xmlns:msink="http://schemas.microsoft.com/ink/2010/main" type="inkWord" rotatedBoundingBox="22586,16446 27131,15953 27255,17099 22710,17592"/>
              </emma:interpretation>
            </emma:emma>
          </inkml:annotationXML>
          <inkml:trace contextRef="#ctx0" brushRef="#br0">867 337 67 0,'0'0'187'0,"0"-10"-6"0,0 10-4 0,0 0-2 15,-8-14-8-15,8 14-2 0,-4-11-4 0,4 11-12 16,0 0-4-16,-5-11-10 0,5 11-12 0,0 0-13 0,0 0-11 16,-4-9-9-16,4 9-10 0,0 0-5 15,0 0-10-15,0 0-5 0,0 0-9 0,0 0-5 0,0 0-3 16,0 0-7-16,0 0 0 0,0 0-1 0,0 0-3 16,0 0 2-16,0 0-1 0,0 0-3 0,0 0 3 15,0 0-1-15,0 0 4 0,0 0-2 0,21 29 3 16,-21-29-3-16,0 16 2 0,4-3-2 0,4 0 3 15,-8 7-6-15,9-1-6 0,-9 4 5 0,4 1-4 16,-4 1 2-16,0 3-3 0,4-1-5 0,-4-1 0 16,4 12-5-16,-4-12 2 0,0 1-3 0,-4-2-3 15,8 9 3-15,-4-9-3 0,-4-2-3 0,4 0 4 16,-4-4-9-16,4 1-12 0,0-6-12 0,-4-2-12 16,4-4-19-16,0-8-16 0,-4 11-10 0,4-11-22 15,0 0-26-15,0 0-21 0,0 0-28 0,0 0-15 16,-13-29-35-16,9 9-140 0,0-5-394 0,4-1 174 15</inkml:trace>
          <inkml:trace contextRef="#ctx0" brushRef="#br0" timeOffset="655.8927">900 332 61 0,'0'0'148'0,"0"0"3"0,8-11-7 0,-4 5-7 16,-4 6-11-16,13-4-9 0,-13 4-8 0,12-4-1 15,-12 4-15-15,9-8 0 0,-9 8-12 0,0 0-8 16,16 0-8-16,-16 0-6 0,0 0-6 0,0 0-12 16,17 9 6-16,-13-1-4 0,-4-8-5 0,4 16 2 15,-4-3-9-15,0 0 3 0,0 1 2 0,0-2-3 16,0 4-1-16,0-2 5 0,-4 4 4 0,4-5-3 0,-4 1 0 16,-1-3 2-16,1 2 2 0,-4-2-2 0,0-5-5 15,8-6 0-15,-13 17-6 0,5-12-4 16,0 2 1-16,8-7-3 0,-8 6-2 0,8-6-5 0,-13 3-9 15,13-3-13-15,0 0-13 0,-16-13-7 0,16 13 3 16,-13-14 1-16,9 6-6 0,4 8 0 0,-4-12-4 16,4 12 1-16,-4-13 2 0,4 13 0 0,0 0 3 15,0 0 3-15,0-16 2 0,0 16 5 0,0 0-9 16,0 0 3-16,0 0-9 0,0 0-7 0,0 0 13 16,0 0-2-16,0 0 2 0,0 0 1 0,0 0 2 15,0 0 4-15,0 0 2 0,0 0 0 0,0 0 9 16,0 0-1-16,0 0 1 0,0 0 15 0,0 0-11 0,0 0 15 15,0 0 4-15,0 0 12 0,0 0 1 16,0 0-4-16,0 0-3 0,0 0 4 0,0 0 8 16,0 0-2-16,0 0-8 0,0 0 2 0,0 0 3 0,0 0 3 15,0 40 8-15,0-40 6 0,0 0 11 0,0 0 8 16,0 0 11-16,0 0-5 0,0 0-8 0,0 0-5 16,0 0-4-16,0 0-6 0,0-41-9 0,0 25-3 15,4-1-2-15,-4 4-5 0,4-4 2 0,4 4-8 16,1 1-1-16,-1 1-3 0,-4-2-1 0,13-3-7 15,-9 8 1-15,0 3-1 0,9-2-2 0,-5 1-7 16,0 1 6-16,9 0-8 0,-8 4 5 0,3 1-5 16,-16 0 5-16,21 5-7 0,-17 1 0 0,8 3 0 15,-8 1-2-15,1 4 2 0,-1 5 1 0,-8 1-2 16,4 0 1-16,-5 2-2 0,-3-1 7 0,-4 0-5 16,-5 10-1-16,-3-9 5 0,3-1-4 0,-4-1 1 0,5-3-1 15,-5-1 1-15,5-2-1 0,-1-2-7 16,5-5-15-16,-1-1-10 0,1-1-16 0,-1-2-17 0,13-3-23 15,0 0-13-15,0 0-24 0,-20-10-27 16,16 2-9-16,4-4-38 0,0 12-132 16,0-25-361-16,4 14 160 0</inkml:trace>
          <inkml:trace contextRef="#ctx0" brushRef="#br0" timeOffset="1127.1598">1289 370 120 0,'0'0'149'0,"0"0"-17"0,0 0 1 0,0 0 3 0,0 0-10 15,0 0 5-15,0 0-8 0,0 0-2 0,0 0-10 16,-25 18 6-16,25-18-9 0,0 17-1 0,0-17-6 16,0 14-5-16,0-14-6 0,8 12-4 15,-8-12-3-15,4 8 0 0,-4-8-4 0,0 0 0 0,17 3 0 16,-17-3-6-16,0 0-8 0,16-9-8 0,-3-1-4 16,-13 4-6-16,12-6-6 0,-8-3 2 0,0 2-7 15,1-2-3-15,-5-4-5 0,0 4-5 0,-5-5 1 16,1 7-4-16,0 0-3 0,-4 2 0 0,4 4-5 15,-13-1 2-15,5 1-6 0,-5 5 4 0,5 2-4 0,-5 3-3 16,-7 3 1-16,7 4 1 0,-4 2-2 0,1 6 2 16,3 1-3-16,1 1-1 0,-1 3-1 15,9-2-1-15,-5 1 4 0,5-1-2 0,8 0-1 0,0-1-2 16,4-6 0-16,9 3 4 0,-9-6-2 0,12-1 3 16,5-3-4-16,0 0 1 0,8-7-13 0,-5 2-23 15,9-4-24-15,13 0-10 0,-1-3-14 0,-3-3-39 16,3-4-39-16,-3-2-62 0,-1 1-167 0,-16-1-420 15,0 4 186-15</inkml:trace>
          <inkml:trace contextRef="#ctx0" brushRef="#br0" timeOffset="2313.3055">1859 445 15 0,'0'0'114'0,"0"0"-7"15,0 0 1-15,-29 15-5 0,29-15-4 0,0 0 2 0,0 0 0 16,-4 10 1-16,4-10 5 0,0 0-5 0,-4 8-1 16,4-8-3-16,0 0 4 0,0 0 3 0,0 0-2 15,0 0 7-15,0 0-3 0,0 0-3 0,0 0-3 16,0 0-1-16,0 0-3 0,0 0-7 0,0 0-5 16,0 0-2-16,0 0-12 0,0 0-5 0,0 0-10 15,0 0-5-15,0 0-2 0,0 0 5 0,8 22-3 16,-8-22-3-16,0 15-2 0,0-3-5 0,4 2-7 15,1-1-1-15,-1 2-2 0,-4 4-7 0,-4 3 1 16,4-3-2-16,-5 1-1 0,1-2-13 0,4 5-10 0,-8 0-23 16,-4 1-24-16,7-1-34 0,-11-2-54 0,8 0-44 15,-5-1-56-15,-3-3-176 0,3 1-447 16,-3-4 198-16</inkml:trace>
          <inkml:trace contextRef="#ctx0" brushRef="#br0" timeOffset="3780.7326">2211 211 169 0,'0'-12'168'0,"0"12"-9"0,0 0 1 0,4-17-10 16,-4 17-6-16,0-15-10 0,0 15-9 0,0 0-8 15,0 0-15-15,0-14-8 0,0 14-9 0,0 0-11 0,0 0-1 16,0 0-7-16,0 0-8 0,0 0-5 16,0 0 4-16,33 26 3 0,-33-14-2 0,4 9-9 0,4 3-1 15,0 2-5-15,-3 9-5 0,-1-9-4 0,0 1-1 16,0-1-9-16,0 2 3 0,-4-3-4 0,4 2 0 15,-8-1-5-15,8-2 0 0,0-3-7 0,1-2 6 16,-5 0-7-16,0-6 2 0,4-1-2 0,-4-12-1 16,-4 14 1-16,4-14 0 0,0 0-2 0,0 11-2 15,0-11 0-15,0 0-3 0,0 0 1 0,0 0 0 16,8-34 0-16,-8 15-11 0,4-2-6 0,0-2-5 16,0-3-8-16,-4-11 2 0,0-3-6 0,-4-1-8 15,0 4-4-15,0 1 0 0,8-3 9 0,-12 2 4 0,8 11-12 16,0 0 20-16,0 2 0 0,4 2 2 15,-8 0 1-15,8 8 3 0,0-10 3 0,0 3 1 16,4 5 0-16,-3-5 4 0,3 11 3 0,-4 1-5 0,4-2 4 16,5 4 0-16,3-2 0 0,-3 6 0 0,-1-2 4 15,0 2-4-15,1 2 3 0,-13 1 0 0,25 3 0 16,-13 1 3-16,-4 3-5 0,0 5-1 0,5 4 3 16,-5 4 2-16,-4 1-3 0,5 0-1 0,-9 4 4 15,4-4-2-15,0 1 7 0,-8 1-7 0,0 2 0 16,-1-5 2-16,-3 3-1 0,0-1 1 0,-5-2-1 15,1-2-15-15,4-1-20 0,0-7-22 0,-5 2-19 16,13-7-25-16,0-5-39 0,-16 7-132 0,16-7-295 16,0 0 130-16</inkml:trace>
          <inkml:trace contextRef="#ctx0" brushRef="#br0" timeOffset="5495.4923">2847 155 25 0,'0'0'97'16,"0"0"-4"-16,0 0-3 0,0 0-10 15,4-13-2-15,-4 13-5 0,0 0-13 0,0 0-4 16,0 0-2-16,0 0-5 0,0 0-10 0,0 0-2 0,0 0 0 16,0 0-20-16,0 0 4 0,0 0-4 0,0 0-6 15,0 0-3-15,0 0 3 0,0 0-10 0,0 0 5 16,0 0 5-16,0 0-17 0,0 0 14 0,0 0-1 15,0 0 4-15,0 0-2 0,0 0 7 0,0 0 1 16,0 0 3-16,0 0 3 0,0 0 0 0,0 0-3 16,0 0 5-16,0 0 7 0,0 0-10 0,0 0 7 15,0 0 1-15,0 0-2 0,-16-7-3 0,16 7 7 16,0 0-6-16,0 0-6 0,-4-11 2 0,4 11 2 16,0-16 3-16,0 16 1 0,-4-17 0 0,4 17 6 15,-5-21-3-15,5 12-4 0,-4-2 2 0,0-2 2 16,4 13-1-16,-4-16 1 0,-4 8 3 15,8 8-2-15,-8-10 1 0,8 10-3 0,-13-5-6 0,13 5-1 0,0 0-6 16,-25 7 0-16,9-2 0 0,8 0 1 0,-13 8-3 16,4 2-2-16,-3 0-5 0,3 3 1 0,-4 0-4 15,9-1 3-15,0-1-2 0,-1 4 0 0,1-4-2 16,4 5 2-16,3-7 0 0,1-3 0 0,4 2 1 16,0-13-3-16,4 24-4 0,1-11 5 0,3-6 0 15,0 2 0-15,5-1-2 0,-1-3 3 0,-4-1 0 16,5 0 0-16,-1-3 0 0,5-1-4 0,-17 0 7 15,28-3-4-15,-15-3-2 0,-5-1 0 0,9 0-3 16,-5 0 3-16,-4-1-6 0,5-3 6 0,-9 4 4 16,4-4-8-16,0-1 1 0,-3 1 3 0,3 2-2 15,0 1 1-15,-8 8 4 0,4-17-6 0,-4 10-1 0,0 7 1 16,4-9 6-16,-4 9-4 0,0 0-2 0,0-13 1 16,0 13 4-16,0 0 0 0,0 0-4 15,4-15-3-15,-4 15 7 0,0 0-3 0,0 0 4 0,-4-16 0 16,4 16-2-16,0 0 3 0,0-21-2 0,0 21 1 15,4-12 2-15,-4 12 5 0,0-12 3 0,0 12 3 16,0-17 1-16,0 17-1 0,0-11 2 0,0 11 4 16,0 0-5-16,0-14 4 0,0 14 0 0,0 0-1 15,0-19-1-15,0 19 0 0,0 0-2 0,0-9-6 16,0 9 0-16,0 0-4 0,0 0 5 0,0-18-1 16,0 18-2-16,0 0-5 0,0 0 3 0,5-9-5 15,-5 9 3-15,0 0-3 0,0 0 4 0,0 0-3 16,0 0 0-16,0 0-3 0,0 0 4 0,0 0-3 15,0 0-1-15,0 0 0 0,0 0 4 0,0 0 6 16,0 0 3-16,0 0 6 0,0 0 4 0,0 0-3 16,0 0-1-16,0 0-3 0,0 0 1 0,-9 41-3 0,9-26 2 15,0-2 0-15,0-13-3 0,0 23-2 0,0-14 2 16,4 3-5-16,1 6 0 0,-1-3-1 0,0-2-1 16,0-1 0-16,-4 1-1 0,8-1-2 0,-4 1-1 15,5-3 0-15,-5 1 3 0,4-1-1 0,-4-2-4 16,4-1 0-16,1 0-1 0,3-2-1 0,-12-5 0 15,17 2-6-15,-17-2-4 0,20-3-5 0,-11 0-7 16,3-1-9-16,-4-5 3 0,5-1-2 0,-1 2-7 16,1-3 7-16,-5-1-2 0,4-6-2 0,-4 3 4 15,1 1 4-15,-1-3 3 0,0 3 3 0,-8 2 0 16,4-3 9-16,1 2-3 0,-5-2 6 0,4 7 0 16,-4 8 3-16,0-22 7 0,0 22 2 0,0-16 4 15,0 16 0-15,-4-19 7 0,4 19-1 0,0-10 4 0,0 10 1 16,0 0 2-16,-5-12 4 0,5 12 0 15,0 0 1-15,-4-12 1 0,4 12-4 0,0 0-1 16,0 0-2-16,-4-10 1 0,4 10-4 0,0 0-3 0,0 0 0 16,0 0-1-16,0 0-3 0,0 0-2 0,0 0-1 15,0 0 0-15,0 0-1 0,0 0 1 0,4 41-5 16,-4-29 7-16,4 0-8 0,1 2 3 0,-1 0-2 16,-4 0-1-16,4-1 1 0,0-1 3 0,-4 2-6 15,4-6-3-15,-4-8-1 0,12 15-4 0,-3-8 0 16,-9-7-1-16,8 9 1 0,-8-9-6 0,8 2 3 15,-8-2 4-15,0 0-3 0,21-9 3 0,-21 9 3 16,16-14-3-16,-11 7 1 0,3-4 1 0,0-7-1 16,-4 5 5-16,0-6-2 0,5 6 3 0,-9 1-1 15,8-3 0-15,-4 2 0 0,0 3 0 16,0-5-2-16,-4 15 1 0,5-14 0 0,-1 6 3 0,-4 8-3 16,0-10 0-16,0 10-3 0,0 0 2 0,0 0-1 0,0 0-1 15,0 0 2-15,0 0 4 0,0 0-3 0,0 0 5 16,0 0-1-16,0 0 0 0,0 0-2 0,0 0 4 15,0 0-2-15,0 0 1 0,0 0 2 0,0 0 0 16,0 0 1-16,0 0 0 0,0 0-1 0,0 0 4 16,0 0 6-16,0 0 4 0,0 0 3 0,0 0-1 15,0 0 6-15,0 0-2 0,0 0 3 0,0 0 6 16,0 0-10-16,0 0 3 0,0 0-5 0,0 0-2 16,0 0-2-16,0 0 4 0,0 0-8 0,0 0 2 0,0 0-4 15,0 0-2-15,0 0-1 0,0 0 1 16,0 0-2-16,0 0-4 0,0 0 0 0,0 0 1 15,0 0-2-15,0 0 1 0,0 0-2 0,0 0 4 0,0 0-4 16,-9 33 3-16,9-33-5 0,0 0 1 0,-4 12 3 16,4-12 4-16,0 15-5 0,0-15 4 0,-4 21-1 15,4-8 0-15,0 1-2 0,0 0 3 0,0 8-3 16,-4 0 1-16,4 4 0 0,0 0-5 0,4-1 5 16,-4 10 1-16,0 2-4 0,-4-10 1 0,8-2 2 15,-8 14-4-15,8 5 0 0,0 16 0 0,-4-24 0 16,4 1 0-16,-8 0-2 0,4-11 1 0,0-1-1 15,0 0 2-15,-4-3 1 0,0 1 0 0,-4-1-2 16,-5-3 2-16,5-2 1 0,-4 0-3 0,-1-2-1 16,5-6 2-16,0-1-7 0,-5-3 5 0,-3 0-3 15,3-4 1-15,1-1-9 0,12 0 4 0,-29-12-10 16,17-1-9-16,-1-3-8 0,5-2-9 0,0-6-12 16,-5-11-12-16,13 0-11 0,-4 0-17 0,8-3-18 15,0 1-24-15,5-1-11 0,3-3-15 0,-4 6-7 16,5 10-26-16,7-8-157 0,-3 2-383 0,-1 9 170 0</inkml:trace>
          <inkml:trace contextRef="#ctx0" brushRef="#br0" timeOffset="5912.7774">3401-82 78 0,'0'0'122'0,"4"-9"-7"0,-4 9-11 15,5-12 11-15,-5 12-2 0,0 0 8 0,4-11 4 0,-4 11-5 16,0 0-2-16,4-13-14 0,-4 13-2 16,0 0-12-16,0 0-5 0,0-12-15 0,0 12 1 15,0 0-2-15,0 0-8 0,4-13-2 0,-4 13 2 0,0 0-2 16,0 0 2-16,0 0 0 0,0 0 1 0,0 0-4 15,0 0 7-15,0 0 0 0,0 0-6 0,0 0 0 16,0 0-3-16,0 0-3 0,0 0-5 0,0 0-6 16,0 0-2-16,0 0-6 0,0 0 2 0,0 0 4 15,0 0-3-15,0 0-2 0,0 0 4 0,-17 36-1 16,17-36 0-16,0 29-3 0,0-8 0 0,0-3-2 16,5 4-4-16,-5 3-4 0,4-1 2 0,0-2-9 15,4 3 3-15,-8-3-3 0,4 2 2 0,0-1-6 16,0 0-1-16,1-2-10 0,-1 1-8 0,0-1-18 15,0-3-18-15,0-3-26 0,0-3-21 0,-4 2-22 16,0-5-24-16,0-9-28 0,4 13-21 0,-4-13-33 0,0 0-159 16,9 8-407-16,-9-8 180 0</inkml:trace>
          <inkml:trace contextRef="#ctx0" brushRef="#br0" timeOffset="7523.2113">4121 70 148 0,'0'0'163'0,"0"0"-13"0,0 0-15 0,0 0-5 16,0 0-24-16,0 0-3 0,0 0-11 16,0 0-10-16,0 0-7 0,0 0-4 0,0 0-8 0,0 0 8 15,0 0 1-15,0 0 1 0,-21-28-4 0,21 28 1 16,0 0 2-16,-8-7-1 0,8 7-4 0,0 0 2 16,-13-2-2-16,13 2-3 0,0 0-6 0,-20 0-4 15,20 0-2-15,0 0-7 0,-21 9-2 0,13-6-2 16,-5 5-1-16,9-3-1 0,-12 1-5 0,7 3-1 15,1 1-1-15,4-3 1 0,-8 3 0 16,3-3-2-16,5 5-4 0,-4-2-1 0,0 2 1 0,8 0-2 16,-9 0-2-16,9 2-2 0,-4-1-2 0,4-2 0 15,0-11-1-15,4 23-8 0,-4-16 7 0,0-7-3 16,9 15-4-16,-9-9 4 0,0-6 0 0,16 9 0 0,-8-8-1 16,-8-1-5-16,17 4 3 0,-17-4-3 0,21-5 2 15,-21 5-2-15,20-13-2 0,-3 5 0 0,-9 1 2 16,4-2-5-16,1-1 2 0,-5 1-1 0,5-2 0 15,-9 0-3-15,8 0 4 0,-8-2-2 0,5 5-1 16,-9 8-1-16,0-15-1 0,4 7 2 0,-4 8-6 16,0-17 5-16,0 17 0 0,0 0-2 0,-9-15 2 15,9 15 0-15,-4-7 1 0,4 7 0 0,-12-8-2 16,12 8 3-16,0 0 3 0,-8-9-1 0,8 9 5 16,0 0 1-16,0 0 3 0,-9-9-2 0,9 9 1 15,0 0-7-15,0 0 6 0,0 0-4 0,0 0-3 16,-4-9 5-16,4 9-4 0,0 0 0 0,0 0-1 0,0 0-3 15,0 0-1-15,0 0 1 0,0 0 2 16,0 0-3-16,0 0 2 0,0 0-1 0,0 0 2 16,0 0-3-16,0 0 0 0,0 0 1 0,0 0 0 0,0 0 0 15,0 0-3-15,0 0-1 0,17 24 2 0,-17-24 0 16,0 0-1-16,0 0 3 0,4 11-1 0,-4-11 0 16,0 0-2-16,8 11-1 0,-8-11 1 0,8 11-1 15,-8-3 3-15,0-8 0 0,5 12 4 0,-1-3-7 16,-4-9 5-16,8 16-3 0,0-7 3 0,-4 1-6 15,5 1 3-15,-1-1 1 0,0-2 2 0,0 2-7 16,5-3 4-16,-5-2-9 0,4 2-8 0,1-1-12 16,-1-3-6-16,5 0-7 0,-5-3-2 0,-12 0-4 15,29-5-2-15,-8-3 1 0,-1 0 4 0,1-3 2 16,-4-1 3-16,-1 1 2 0,5 1 6 0,-5-7 3 16,1 3 4-16,0-2 1 0,-5 0 3 0,-4-3 6 0,0 7-4 15,-3 2 2-15,7-7 9 0,-8 7 0 0,-4 10 8 16,0-16 1-16,0 16 7 0,0-14-5 0,0 14 5 15,0 0-4-15,-12-12 3 0,8 7-3 0,4 5 3 16,-17-3 0-16,17 3-2 0,-21 0 1 0,21 0 4 16,-24 4-3-16,3 2 4 0,4-7-2 0,1 6 1 15,-1 7-3-15,1-6 6 0,3 1-4 0,5-2 0 16,-4 2-7-16,-1 2 8 0,5 0 2 0,0-3 0 16,8-6 1-16,-9 14 3 0,9-7-1 0,0-7 0 15,-4 17 3-15,4-17-4 0,4 17-3 0,-4-4-1 16,5 0 0-16,-1-6 2 0,4 4 1 0,0-4-4 15,1-2 1-15,-1 0 0 0,8 2 0 0,-7-4-8 16,7-2 7-16,1-2 1 0,-17 1-2 16,24-4 1-16,-11-4-5 0,3 4 3 0,-3-5 1 0,-1-6 0 15,5 6-4-15,-9-2 1 0,0-7-1 0,-4-1 1 16,1-2-2-16,-1 2-1 0,4-5-1 0,-8 4 2 0,4-6 1 16,-4 3 0-16,0-4-1 0,-8 1 3 0,4-16-3 15,-5 3-6-15,1 4 8 0,-4-2 1 0,4 1 5 16,-5 10-2-16,9 1-1 0,-4 4 1 0,4 3 2 15,-1-1 6-15,-3 7-4 0,0 1 7 0,4 3 0 16,4 8 4-16,-9-14-1 0,9 14 1 0,-8-8-2 16,8 8 1-16,0 0-4 0,0 0-5 0,0 0 1 15,0-11 1-15,0 11-6 0,0 0 0 0,0 0-2 16,0 0-1-16,0 0-3 0,25 27 4 0,-13-10-3 16,1 3 0-16,-5-2 0 0,5 6 2 0,-5 10 0 15,12 1 3-15,-15 4-6 0,7 2 5 0,5 1-6 0,-1 25 4 16,-8-5-6-16,1-24 0 0,11 21-33 0,-11-18-45 15,-9-1-60-15,8 3-66 0,0-1-89 0,0-3-157 16,5-2-485-16,-1-3 215 0</inkml:trace>
          <inkml:trace contextRef="#ctx0" brushRef="#br0" timeOffset="-1234.7074">168 73 16 0,'0'0'175'0,"-16"-1"6"15,3-3-3-15,13 4-5 0,-24 0-1 0,11 0-4 16,-3 0-2-16,16 0 0 0,-21 0-4 0,4-1-8 0,17 1-4 15,-20-2-2-15,20 2-15 0,-13 1-6 0,13-1-11 16,0 0-4-16,-16 2-11 0,16-2-13 16,0 0-6-16,0 0-7 0,0 0-7 0,0 0-6 0,0 0-3 15,41 6-9-15,-16-4-1 0,8-2-3 0,4-4-10 16,9-2 0-16,-1 1-2 0,5 2-10 0,-5-4 0 16,1-2-2-16,3-1-7 0,22 1 1 0,-38 1-10 15,-4 6-7-15,-5-2-14 0,-3 0-7 0,-4 2-8 16,-13 0-8-16,-4 2-1 0,16 1-6 0,-16-1-5 15,0 0-6-15,0 0-3 0,0 0-12 0,0 0-9 16,0 0-11-16,0 0-7 0,-41 19-2 0,24-16-11 16,-3 4-2-16,-1-3 5 0,-4 1 5 15,5 1 6-15,-1-1 10 0,9-3-2 0,-5 2 12 0,9-2 7 16,-9-3 2-16,1 4 9 0,16-3 3 0,-17 0 14 16,17 0 12-16,-21 2 10 0,21-2 11 0,-12 1 16 0,12-1 12 15,0 0 13-15,0 0 5 0,-12-1 14 0,12 1 6 16,0 0 2-16,-17-6 12 0,17 6 4 0,0 0 5 15,-4-11-1-15,4 11 1 0,0 0 3 0,-8-7 0 16,8 7 1-16,0 0-5 0,-4-11-2 0,4 11-1 16,0 0-6-16,0 0-9 0,0 0-6 0,0 0-4 15,0 0-12-15,-9-7 1 0,9 7-3 0,0 0-4 16,0 0-6-16,0 0 0 0,4 52-3 0,1-29-4 16,-5 2-3-16,0 11 1 0,8 1-3 0,-4 2-1 15,-4 0-5-15,4 2-10 0,-4-13-19 0,4 10-21 16,0-2-20-16,1-10-25 0,-1-2-26 0,0 1-31 15,-4-2-25-15,4-9-32 0,0 0-185 0,-4-3-418 16,4-2 185-16</inkml:trace>
          <inkml:trace contextRef="#ctx0" brushRef="#br0" timeOffset="-364.8442">454 282 109 0,'0'0'155'0,"0"0"-17"0,0 0 0 15,0 0-16-15,0 0-12 0,0 0-9 0,0 0-4 16,0-13-1-16,0 13 7 0,0 0-11 0,0 0 2 16,0 0 0-16,4-10-3 0,-4 10-1 0,0 0-2 15,8-9 1-15,-8 9 1 0,0 0 4 0,8-8-2 16,-8 8-5-16,0 0-7 0,0 0-2 0,0 0-6 15,0 0-11-15,0 0-5 0,0 0-5 0,0 0-4 0,0 0-1 16,0 0-3-16,0 0-2 0,0 32-2 16,4-17 0-16,1 7-3 0,-1 2 1 0,-4-2-7 0,4 1 0 15,0 1-5-15,0 1 0 0,0-3-5 0,4-2-3 16,-3 1 0-16,-1-6 1 0,8-2-1 0,-8-2-1 16,9 1-2-16,-5-2-4 0,0-4 1 0,-8-6 0 15,13 7-1-15,-13-7-4 0,16-1 1 0,-16 1 1 16,21-16-1-16,-13 4-1 0,0 0-2 0,1 1 0 15,3-9-1-15,-8 0-4 0,0 1 4 0,0-5 4 16,-4 4-6-16,9 2-2 0,-9 4 1 0,4-1 3 16,-4 3 4-16,0 12-3 0,0-17-4 0,0 4 3 15,0 13-3-15,0 0 5 0,0 0-4 0,0-18-1 0,0 18-1 16,0 0 1-16,0 0 0 0,0 0-4 0,0 0 2 16,0 0 5-16,0 0-3 0,0 0 3 0,0 0-5 15,0 0 3-15,0 0 0 0,0 0 1 0,0 0-1 16,0 0 2-16,0 0-4 0,0 0-1 0,0 0-1 15,0 0 5-15,0 0 2 0,0 0 2 0,0 0 0 16,0 0 2-16,0 0 3 0,0 0-1 0,0 0-1 16,0 0 0-16,0 0-3 0,0 0 3 15,0 0-2-15,0 0 0 0,0 0-2 0,0 0 1 0,0 0-1 16,0 0-2-16,0 0 0 0,0 0-1 0,0 0 4 16,0 0-3-16,0 0 0 0,0 0-6 0,0 0 6 15,0 0 3-15,0 0 0 0,0 0-3 0,0 0 2 16,0 0 0-16,0 0-7 0,0 0 7 0,0 0-6 0,0 0 2 15,0 0 2-15,0 0 7 0,0 0-13 0,0 0 4 16,0 0-2-16,0 0 1 0,0 0 3 16,-17 33-1-16,17-33 0 0,0 0 2 0,0 14 0 0,0-14-6 15,4 21 4-15,-4-8-4 0,5 2 4 0,-1 3 4 16,-4 6-6-16,4-5 3 0,-4 5-3 0,4 1 0 16,-4 1 1-16,8 11-2 0,-8-1 1 0,0-9 0 15,0 10-1-15,0-2 2 0,0 5 0 0,-8-1 1 16,4-4-2-16,-9 6 2 0,5-19-5 0,-8 17 4 15,3-6-6-15,-3-2 6 0,-5 0 0 0,9-10 3 16,-5-1-6-16,5-1 4 0,-5-2-3 0,1 1 3 16,-1-6-5-16,9-4 5 0,-9-2-1 0,9-4-2 15,8-2 3-15,-17-10-3 0,9 2-10 0,-4-5-7 16,3-9-8-16,1 0-12 0,8-5-7 0,-8-7-7 16,8-3-5-16,8 2-10 0,-4 7-10 0,9 2-2 0,-1-10-16 15,5 5-19-15,-1-3-3 0,5 5-8 0,4-3 1 16,4 3-16-16,0 2-3 0,-9-1-14 0,13 4-16 15,-16 5-124-15,12-6-322 0,-13 8 142 0</inkml:trace>
        </inkml:traceGroup>
      </inkml:traceGroup>
    </inkml:traceGroup>
  </inkml:traceGroup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611.43872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3-03-21T07:14:58.600"/>
    </inkml:context>
    <inkml:brush xml:id="br0">
      <inkml:brushProperty name="width" value="0.06667" units="cm"/>
      <inkml:brushProperty name="height" value="0.06667" units="cm"/>
      <inkml:brushProperty name="color" value="#FFFFFF"/>
      <inkml:brushProperty name="fitToCurve" value="1"/>
    </inkml:brush>
  </inkml:definitions>
  <inkml:traceGroup>
    <inkml:annotationXML>
      <emma:emma xmlns:emma="http://www.w3.org/2003/04/emma" version="1.0">
        <emma:interpretation id="{86E7224C-5B03-4048-884E-A8C75A586BE9}" emma:medium="tactile" emma:mode="ink">
          <msink:context xmlns:msink="http://schemas.microsoft.com/ink/2010/main" type="writingRegion" rotatedBoundingBox="27436,10853 30999,10651 31047,11495 27484,11697"/>
        </emma:interpretation>
      </emma:emma>
    </inkml:annotationXML>
    <inkml:traceGroup>
      <inkml:annotationXML>
        <emma:emma xmlns:emma="http://www.w3.org/2003/04/emma" version="1.0">
          <emma:interpretation id="{58FF251A-0C9E-422F-93D6-68F68C13EEE8}" emma:medium="tactile" emma:mode="ink">
            <msink:context xmlns:msink="http://schemas.microsoft.com/ink/2010/main" type="paragraph" rotatedBoundingBox="27436,10853 30999,10651 31047,11495 27484,11697" alignmentLevel="1"/>
          </emma:interpretation>
        </emma:emma>
      </inkml:annotationXML>
      <inkml:traceGroup>
        <inkml:annotationXML>
          <emma:emma xmlns:emma="http://www.w3.org/2003/04/emma" version="1.0">
            <emma:interpretation id="{E43EEDD5-07DF-4826-B13E-34E549514704}" emma:medium="tactile" emma:mode="ink">
              <msink:context xmlns:msink="http://schemas.microsoft.com/ink/2010/main" type="line" rotatedBoundingBox="27436,10853 30999,10651 31047,11495 27484,11697"/>
            </emma:interpretation>
          </emma:emma>
        </inkml:annotationXML>
        <inkml:traceGroup>
          <inkml:annotationXML>
            <emma:emma xmlns:emma="http://www.w3.org/2003/04/emma" version="1.0">
              <emma:interpretation id="{E1914427-5D76-4404-9ECE-5F7C62C4977D}" emma:medium="tactile" emma:mode="ink">
                <msink:context xmlns:msink="http://schemas.microsoft.com/ink/2010/main" type="inkWord" rotatedBoundingBox="27436,10853 30999,10651 31047,11495 27484,11697"/>
              </emma:interpretation>
            </emma:emma>
          </inkml:annotationXML>
          <inkml:trace contextRef="#ctx0" brushRef="#br0">78 0 45 0,'-12'10'53'0,"3"-1"-2"15,-3 1-5-15,4 0-9 0,0-4-8 0,-1-1-16 16,9-5-20-16,-12 11-38 0,4-4-48 0,8-7 21 0</inkml:trace>
          <inkml:trace contextRef="#ctx0" brushRef="#br0" timeOffset="510.285">-13 80 100 0,'0'0'103'0,"0"0"-2"0,0 0 17 0,0 0 6 15,-16-15 8-15,16 15-8 0,0 0-11 0,-4-14-1 16,4 14-5-16,-9-10 0 0,9 10 2 0,-8-12-1 0,4 7-3 16,4 5 4-16,-8-14 9 0,-1 10-5 15,9 4 0-15,-8-10 2 0,8 10-9 0,-12-5-4 16,12 5-12-16,-9-6-10 0,9 6-7 0,0 0-6 0,0 0-11 16,0 0-2-16,0 0-3 0,0 0-5 15,0 0-2-15,0 0-5 0,42 0-5 0,-22 1-3 0,5-1-3 16,8-1-4-16,9 3 0 0,-1-6-2 0,0 3-2 15,5 0 0-15,-5-9-6 0,9 3-1 16,-9 2-5-16,5-1-1 0,-5 2-9 0,-12 0-10 0,0 0-21 16,-4 0-15-16,-5 2-16 0,-3 2-14 0,-1-4-4 15,-3 3-10-15,-1-1 5 0,-12 2-6 0,13-2 5 16,-13 2 1-16,0 0 0 0,16-4-2 0,-16 4-2 16,0 0 0-16,0 0 13 0,0 0 2 0,0 0-4 15,0 0 3-15,-62 8 7 0,37-3 4 0,5-1 5 0,-9 0 12 16,4 0 3-16,0 2 2 0,0-5 5 0,5 4 5 15,-1-4 5-15,4 0 1 0,-3 1 12 0,3-1 3 16,17-1 12-16,-21-1 13 0,9 1 10 0,12 0 14 16,-16-4 10-16,16 4 23 0,-13-3 13 0,13 3 3 15,-12-3 6-15,12 3 1 0,-13-4 1 0,13 4 2 16,0 0 0-16,-8-7-1 0,8 7-4 0,0 0-6 16,0 0-1-16,0 0-7 0,-12-6-7 0,12 6-6 15,0 0-5-15,0 0-7 0,0 0-8 0,0 0-4 16,0 0-4-16,0 0-2 0,0 0 0 0,0 0-5 15,8 36-4-15,-4-21 0 0,0 4-2 0,-4 2-3 16,8 1 0-16,-3 0-3 0,-1 1-2 0,0 2-2 0,0 3 1 16,0 8-1-16,0 2-12 0,5 0-16 15,-5-3-13-15,0 4-6 0,0-3-17 0,0-2-30 0,0 1-34 16,0-9-27-16,9-3-28 0,-9-1-27 0,4 2-183 16,0-2-412-16,1 0 182 0</inkml:trace>
          <inkml:trace contextRef="#ctx0" brushRef="#br0" timeOffset="1260.2837">661 115 20 0,'0'0'179'0,"0"0"-7"0,0 0-2 0,0 0-3 16,0 0-2-16,0 0-8 0,0 0-3 0,0 0-5 15,0 0-6-15,0 0-7 0,0 0-8 0,0 0-9 16,0 0-15-16,0 0-10 0,0 0-11 0,0 0-5 15,0 0-5-15,0 0-2 0,0 0-4 0,0 0 0 16,-8 40-9-16,8-21-4 0,4 3-5 0,0-8-1 0,0 6-6 16,0 4-3-16,0 2-5 0,1-3-1 0,-1 4-6 15,0-6 0-15,0 0-8 0,0 3 3 0,-4-9-3 16,0 8-3-16,4-9-4 0,-4 0 3 0,0-1-1 16,0-1-2-16,0-12-5 0,0 16-1 0,0-16-3 15,0 0 1-15,0 13-2 0,0-13 5 0,0 0-5 16,0 0 0-16,0 0-5 0,0 0-5 0,-16-29-4 15,16 11-12-15,-4-3-8 0,-1-1-2 0,1-1-7 16,0-4-2-16,0-11-6 0,4 10-6 0,-4-6 4 16,0 9 9-16,4 1 4 0,0 1-1 0,0 0 1 15,4 3 3-15,-4 0 9 0,0 3 1 0,4 3 4 16,4 2-1-16,-4-2 7 0,1 3-2 0,3 0 2 16,0-1 4-16,5 4 1 0,-1 1 5 0,5-2 0 0,-1 2 2 15,1 3 1-15,-5 2 1 0,13-1 2 0,-9 6-2 16,-3 2 1-16,12 4 2 0,-9 4-3 0,1-3 4 15,-5 7-3-15,-4 0 1 0,-4 2 2 0,1 1-3 16,-1 0 5-16,-8 3-3 0,-5 2 2 0,5-2-5 16,-4-1 4-16,0-4-3 0,-5 3 2 0,1-4-3 15,-9-3 4-15,9 0-5 0,-1-5 2 0,-3-3 3 16,3 1-1-16,1 0-1 0,0-4 2 0,3-1 1 16,9-2 2-16,0 0-2 0,-24-5-3 0,19-1 4 15,5 6-2-15,-8-6 3 0,8 6-4 0,-8-8 1 16,8 8 6-16,0 0-2 0,0 0 4 15,0 0-3-15,0 0 0 0,0 0-1 0,0 0 5 0,0 0 2 0,21-13 4 16,-21 13-2-16,0 0 4 0,33 14 1 16,-29-10-3-16,12 6 1 0,1 0-5 0,-5 3 5 15,9 0-6-15,-13 2 0 0,9-1-4 0,-1 1-18 0,-3 3-31 16,-1-4-46-16,-4-3-41 0,9 1-58 0,-1 2-186 16,1-2-401-16,4 1 177 0</inkml:trace>
          <inkml:trace contextRef="#ctx0" brushRef="#br0" timeOffset="1875.9778">1141 86 91 0,'-9'-10'155'0,"9"10"-11"0,0 0 1 0,0 0-12 0,0-12-6 15,0 12-3-15,0 0 7 0,0 0-5 0,-4-16 4 0,4 16-3 16,0 0-1-16,4-16 5 0,-4 16-1 16,0 0 5-16,0-14-2 0,0 14 1 0,0 0-5 15,0 0-8-15,0 0-9 0,-4-12-13 0,4 12-13 0,0 0-9 16,0 0-9-16,0 0-2 0,0 0-5 0,0 0-5 15,17 44-6-15,-17-24-4 0,0 2-7 16,4 0-2-16,4 4-1 0,-8-1-5 0,4 2 2 0,0 0-6 16,1 8-14-16,-1-8-15 0,-4-2-23 0,0-2-25 15,0 0-32-15,4 2-31 0,0-3-21 0,-4 0-30 16,4-2-43-16,-4-7-232 0,0 0-475 0,4-4 209 16</inkml:trace>
          <inkml:trace contextRef="#ctx0" brushRef="#br0" timeOffset="2598.9839">1579 95 33 0,'0'0'144'0,"0"-15"-6"0,0 15-2 15,0-12-6-15,0 12 0 0,4-20-8 0,-4 20-1 0,0-9-1 16,0 9-3-16,-4-16 1 0,4 16-2 0,0-13 0 16,0 13-8-16,-8-14-2 0,8 14-3 0,-9-11-10 15,9 11-9-15,-12-5-3 0,0 3-9 0,12 2-4 16,-29 2-2-16,8 5-1 0,0 4-6 0,5 2-2 16,-1 3-4-16,-3 4 0 0,3-1-4 0,0 3-4 15,-3 10-7-15,12-10-4 0,-1 2-3 0,-3 0 0 16,4 2-4-16,8 0-4 0,0-4-2 0,4 0 3 15,-4-2-5-15,8 0 1 0,-4-7-4 0,0-1-4 16,5 0-3-16,-1-2 2 0,4 0 1 0,1-5-6 16,-1-2 0-16,0-1-1 0,-12-2-4 0,29-5 2 15,-16 0-3-15,3-5 2 0,1 1-4 0,-5 2 1 0,1-1 1 16,-1-3-2-16,-8 0 2 0,9 2 0 0,-5-1 0 16,-4 3 3-16,4-3-5 0,-4 3 3 0,-4 7 0 15,9-12 2-15,-9 12-3 0,4-9 2 0,-4 9 1 16,0 0-3-16,0 0 2 0,4-9-2 0,-4 9 0 15,0 0-2-15,0 0-3 0,0 0 3 0,0 0 1 16,0 0-3-16,0 0 5 0,0 0-3 0,0 0 1 16,0 0 2-16,0 0-2 0,0 0 3 0,0 0 0 15,0 0 2-15,0 0 3 0,0 0 1 0,0 0 0 16,0 0 4-16,0 0-1 0,0 0 1 0,0 0 1 16,0 0 1-16,0 0-4 0,8 29 2 0,-8-29-5 15,0 14 4-15,0-14-6 0,4 17-1 0,-4-7 4 16,0-10 0-16,4 23-3 0,-4-15 1 0,0 12-3 15,0-7-2-15,9 6 4 0,-9-5-2 0,0 0-1 16,0 7-5-16,8-1-14 0,-8-5-30 0,0 8-32 0,4-3-48 16,-4 1-47-16,0-2-51 0,4-3-202 0,0-2-461 15,-4 0 204-15</inkml:trace>
          <inkml:trace contextRef="#ctx0" brushRef="#br0" timeOffset="3326.265">2025 39 9 0,'-4'-16'129'0,"4"16"-2"15,0 0-4-15,-4-16-2 0,4 16-3 0,0-14-2 16,0 14-1-16,0-15 4 0,0 15 1 0,-8-14 4 15,4 7-1-15,4 7-5 0,-13-12-2 0,13 12-8 0,-8-9-12 16,8 9-6-16,-16-4-9 0,16 4-7 0,-13 1-2 16,13-1-6-16,-21 6-6 0,13 0-1 0,-8 5-4 15,7 0-6-15,-3-1-2 0,0 7-5 0,3 4-3 16,-3-3-1-16,4 2-2 0,-1 3-6 0,5 1-1 16,0-1-3-16,4 0-1 0,-4-3-4 0,4 0 1 15,4 2-4-15,-4-3 0 0,8-1-3 0,-4-8-2 16,5 4 0-16,-5-5-1 0,4-2-3 0,5 4 2 15,-13-4-3-15,12-2 2 0,-4-2-3 0,-8-3 2 0,21 0-1 16,-21 0-2-16,21-6 0 0,-5-1-4 16,-3 0 1-16,-1-1 0 0,0-3-3 0,5 1 1 15,-9-1-2-15,0 2 4 0,1 3-6 0,-1-12 3 0,0 9 0 16,-4 2 1-16,-4 7-1 0,9-11 4 0,-9 11-3 16,0 0 1-16,4-9 1 0,-4 9-2 15,0 0 4-15,0 0 3 0,4-9-2 0,-4 9 2 0,0 0 8 16,0 0-6-16,0 0-2 0,0 0 0 0,0-11-2 15,0 11 0-15,0 0-2 0,0 0 0 0,0 0-1 16,0 0 2-16,0 0-1 0,0 0 3 0,0 0 2 16,0 0 2-16,0 0 3 0,0 0-5 0,0 0 0 15,-17 26 2-15,17-26-2 0,-4 13 1 0,4-13-4 16,0 20 3-16,-4-7-4 0,4-13 3 0,0 28-2 16,0-15 4-16,0 3-3 0,0 2-2 0,0 2 0 15,-4 3-1-15,8-4 2 0,-4 1-2 0,4 0-5 0,-4-1-11 16,4 1-11-16,-4-5-17 0,4 3-23 15,1-4-25-15,-1-3-24 0,0-4-31 0,-4-7-20 0,8 14-43 16,-4-7-184-16,-4-7-423 0,0 0 187 0</inkml:trace>
          <inkml:trace contextRef="#ctx0" brushRef="#br0" timeOffset="3812.206">2273 69 8 0,'0'0'151'0,"9"-16"-15"16,-9 16-12-16,0 0-6 0,8-5-8 0,-8 5-1 16,0 0 7-16,0 0 1 0,8-7 6 0,-8 7 7 15,0 0 4-15,0 0 6 0,0 0-6 0,0 0-5 16,0 0-1-16,9-9-1 0,-9 9 0 0,0 0-7 15,0 0-6-15,0 0-6 0,0 0-9 0,0 0-6 16,0 0-4-16,0 0-9 0,0 0-4 0,0 0-12 16,0 0-3-16,0 0-9 0,0 0-5 0,0 0-2 15,0 0-8-15,0 0-3 0,0 0 0 0,0 0-6 16,0 0-4-16,0 0 0 0,0 0-2 0,0 0 0 16,0 0-1-16,0 0 1 0,0 0 0 0,0 0-4 0,0 36-5 15,-5-24 7-15,1 2-6 0,0 4 5 16,4-3 1-16,-4 7-7 0,-4-1 8 15,4 3-10-15,-1-5-2 0,1-4-1 0,4 4-1 0,0-5-1 0,0 6 2 16,0-1 0-16,4-5-3 0,1 0 1 0,-5-1 0 16,0-13-6-16,8 21 2 0,-4-8 7 0,0-1-4 15,-4-12 6-15,13 9-7 0,-9-4-1 0,-4-5 1 16,16 6 1-16,-8-4 0 0,-8-2-3 0,17 2-3 16,-17-2-3-16,21-2-5 0,-21 2-12 0,24-10-14 15,-7 4-15-15,0 0-15 0,3-2-19 0,-3-2-27 16,8 2-25-16,-9-4-29 0,-3 5-22 0,7-5-21 15,-3 4-16-15,-9-3-187 0,0 4-444 0,1-3 197 16</inkml:trace>
          <inkml:trace contextRef="#ctx0" brushRef="#br0" timeOffset="4099.7264">2348 144 168 0,'0'0'178'0,"0"0"-4"15,0 0-1-15,0-14-5 0,0 14-4 0,0 0-4 16,0 0-3-16,0 0-8 0,0 0-6 0,0 0-6 16,0-15-5-16,0 15-11 0,0 0-8 0,0 0-9 15,0 0-16-15,12-9-2 0,-12 9-14 0,9-3-6 0,-9 3-9 16,24-4-5-16,-11 1-6 0,-1 1-4 0,5-3-19 15,3 2-17-15,5-3-21 0,-8 2-21 0,8-2-21 16,-5 0-22-16,1-2-28 0,0 3-17 0,-1-3-27 16,-3 2-16-16,-9-2-21 0,0 1-122 0,1 1-334 15,-9 6 148-15</inkml:trace>
          <inkml:trace contextRef="#ctx0" brushRef="#br0" timeOffset="4261.1664">2158-67 133 0,'-13'3'155'0,"13"-3"-12"16,0 0-15-16,0 0-12 0,0 0-11 0,0 0-12 15,33-16-6-15,-4 10-11 0,0 1-13 0,-4-2-28 16,4 1-21-16,0-3-30 0,12 0-30 0,-4-4-28 16,-8 7-95-16,0-2-183 0,9-3 81 0</inkml:trace>
          <inkml:trace contextRef="#ctx0" brushRef="#br0" timeOffset="4929.9857">2827-243 98 0,'0'0'208'0,"0"0"-13"0,0 0-21 16,0 0-19-16,0 0 3 0,0 0 2 0,0 0-6 0,0 0-8 15,-4 26-15-15,4-26-4 0,-4 18-12 0,4 2-4 16,0 1-8-16,-4-2-5 0,4 2-10 0,-4 3-6 16,4-1-6-16,0 1-6 0,0 1-5 0,-4 2-6 15,4-2-7-15,0-2-4 0,-4 5-7 0,4 9-1 16,0-14-5-16,-5-1-3 0,5 2-3 0,0-3-2 15,0-3-2-15,0 1-5 0,0-6-3 0,0-13 3 16,0 17-3-16,0-17-3 0,0 0 0 0,5 12 0 16,-5-12 2-16,0 0-1 0,0 0-4 0,0 0-2 15,0 0-2-15,0 0-1 0,8-36-8 0,-8 22-7 0,4-7-6 16,-4 0-12-16,4-4 0 0,-4-10-2 0,0 9-5 16,0 1 1-16,8-1-1 0,-8 1 1 0,0 2 3 15,0-4 2-15,0 5 0 0,9-4 3 0,-9 5 2 16,8 2 5-16,-4 0 5 0,4 7 1 0,1-7 9 15,-1 7 10-15,0-1 4 0,0 2 8 0,1-1 7 16,3 1 10-16,5 0 2 0,-5 4 1 0,0 1 3 16,9 1-5-16,-4 3-2 0,-1 4 0 0,5-1-5 15,0 7-3-15,-9-1-2 0,4 8 0 0,-3-3-5 16,-9 8-1-16,4 1-3 0,-4 1-2 0,-4 2-2 16,-4 1-7-16,-8 8-1 0,-1-8-1 0,1-2-2 15,-4-3 0-15,-5 0-3 0,0-3-1 0,-12 5 0 16,4 0 6-16,4-7-6 0,5-5 2 0,-1-2 1 0,0 3 0 15,5-8 7-15,3 0-9 0,-3-3 1 16,16 0 2-16,-17-1 0 0,17 1 3 0,-12-8-3 0,12 8 0 16,-8-10 1-16,8 10-5 0,0 0 2 0,4-15 1 15,-4 15-3-15,12-10 0 0,-12 10 0 0,21-6 5 16,-13 4-3-16,-8 2 3 0,29 5-1 0,-8 0-5 16,-1 3 2-16,-3 3-1 0,4-2 0 0,-1 3-16 15,1 4-21-15,-4-1-33 0,3-2-36 0,-7-1-39 16,7 0-21-16,-7-2-37 0,7 3-5 0,1-3-156 15,-9-3-395-15,5 0 175 0</inkml:trace>
          <inkml:trace contextRef="#ctx0" brushRef="#br0" timeOffset="5381.6899">3406-198 83 0,'0'0'147'0,"4"-16"0"0,-4 6 0 0,0 10-4 15,9-23 2-15,-5 11-2 0,-4-7-3 0,0 8 3 0,0 11 7 16,-4-14-1-16,4 14-1 0,-5-13-6 0,5 13-4 16,-12-12-11-16,12 12 1 0,-21 0-13 0,5 2-3 15,-5 2-7-15,1 0-8 0,3 8-4 0,-4 1-4 16,1 3-5-16,3-1-1 0,1 2-9 0,11 0-4 16,-3 2-7-16,0 2-5 0,12-6-2 0,0 5-10 15,4-2-2-15,5-1-4 0,3 1-6 0,1-2-2 16,4 1-5-16,3 0-3 0,5 4-1 0,-8-5-3 15,0 1-1-15,12 5 0 0,-17-3-4 0,1-3-1 16,-5-1-2-16,-8-2-5 0,5 1-2 0,-18 5 6 16,5-6-10-16,-8 5 3 0,-5-3 3 0,-3 3-11 15,-13 4-10-15,-5-3-17 0,1-3-31 0,0-1-42 0,-4-3-52 16,-5-4-55-16,5-3-56 0,-30 3-212 0,26-4-520 16,-5 1 231-16</inkml:trace>
        </inkml:traceGroup>
      </inkml:traceGroup>
    </inkml:traceGroup>
  </inkml:traceGroup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611.43872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3-03-21T07:10:48.829"/>
    </inkml:context>
    <inkml:brush xml:id="br0">
      <inkml:brushProperty name="width" value="0.06667" units="cm"/>
      <inkml:brushProperty name="height" value="0.06667" units="cm"/>
      <inkml:brushProperty name="color" value="#FFFFFF"/>
      <inkml:brushProperty name="fitToCurve" value="1"/>
    </inkml:brush>
  </inkml:definitions>
  <inkml:traceGroup>
    <inkml:annotationXML>
      <emma:emma xmlns:emma="http://www.w3.org/2003/04/emma" version="1.0">
        <emma:interpretation id="{0009FFF7-8645-4C7A-8788-C4F8C932CBF1}" emma:medium="tactile" emma:mode="ink">
          <msink:context xmlns:msink="http://schemas.microsoft.com/ink/2010/main" type="writingRegion" rotatedBoundingBox="9019,11545 11801,10841 11930,11353 9149,12057"/>
        </emma:interpretation>
      </emma:emma>
    </inkml:annotationXML>
    <inkml:traceGroup>
      <inkml:annotationXML>
        <emma:emma xmlns:emma="http://www.w3.org/2003/04/emma" version="1.0">
          <emma:interpretation id="{3A4EBFF4-5E73-4785-A9AB-D8FEC5C07BAF}" emma:medium="tactile" emma:mode="ink">
            <msink:context xmlns:msink="http://schemas.microsoft.com/ink/2010/main" type="paragraph" rotatedBoundingBox="9019,11545 11801,10841 11930,11353 9149,12057" alignmentLevel="1"/>
          </emma:interpretation>
        </emma:emma>
      </inkml:annotationXML>
      <inkml:traceGroup>
        <inkml:annotationXML>
          <emma:emma xmlns:emma="http://www.w3.org/2003/04/emma" version="1.0">
            <emma:interpretation id="{245ED9BC-2B43-4EB5-B619-8340C4DA0080}" emma:medium="tactile" emma:mode="ink">
              <msink:context xmlns:msink="http://schemas.microsoft.com/ink/2010/main" type="line" rotatedBoundingBox="9019,11545 11801,10841 11930,11353 9149,12057"/>
            </emma:interpretation>
          </emma:emma>
        </inkml:annotationXML>
        <inkml:traceGroup>
          <inkml:annotationXML>
            <emma:emma xmlns:emma="http://www.w3.org/2003/04/emma" version="1.0">
              <emma:interpretation id="{AD9C54CD-B91C-4E69-9924-639FFA125ECE}" emma:medium="tactile" emma:mode="ink">
                <msink:context xmlns:msink="http://schemas.microsoft.com/ink/2010/main" type="inkWord" rotatedBoundingBox="9019,11545 11801,10841 11930,11353 9149,12057"/>
              </emma:interpretation>
            </emma:emma>
          </inkml:annotationXML>
          <inkml:trace contextRef="#ctx0" brushRef="#br0">-8201-2270 58 0,'3'-17'133'0,"-3"4"0"15,0 13-10-15,0-16 5 0,0 8-11 0,0 8 1 0,0-19-7 16,0 10-1-16,0 9 0 0,0-16 1 0,0 16-6 16,0-16-2-16,0 16 1 0,0-14-4 0,0 14-2 15,0 0-1-15,0-11-3 0,0 11-3 0,0 0-5 16,0 0-6-16,-3-8-10 0,3 8-6 0,0 0-7 15,0 0-9-15,0 0 2 0,-15 30-4 0,11-10-4 16,1 1-2-16,3 3-6 0,0 0-1 0,0 9-2 16,3-1-6-16,1-9 2 0,3 0-2 0,1 0-4 15,6 7-3-15,-3-10 2 0,4-3-5 0,0 0 3 16,-1-6-4-16,1-1 0 0,3-5 0 0,0-2 0 16,1-1-4-16,-1-5 3 0,0-5-3 0,1-5-1 15,3-2-5-15,-4-1 2 0,8-9-1 0,-15 4 3 16,0-10-5-16,-1 0 2 0,1 0-2 0,-7-4-6 0,-4 5 4 15,-4 6-1-15,-10-6 0 0,7 7-4 0,-1 4-18 16,5 0-14-16,-5 4-18 0,-3 3-32 16,4 3-20-16,-4 2-33 0,7-1-31 0,4 8-50 0,-14-4-145 15,14 4-395-15,-11 2 175 0</inkml:trace>
          <inkml:trace contextRef="#ctx0" brushRef="#br0" timeOffset="566.6269">-7693-2554 44 0,'0'0'169'0,"0"0"-16"0,0 0-20 16,0 0-10-16,0 0-11 0,0 0-2 0,0 0-6 16,0 0-3-16,-14 25-2 0,14-8-11 0,0 0-7 15,0 2 1-15,3 4-12 0,-3-2-5 0,4 1-13 16,0 0 0-16,-4 2-7 0,7-2-2 0,-7 10-6 15,4-11 0-15,3-2-3 0,-3 3-3 0,-4-2-4 16,3 1-5-16,-3-2-2 0,0-7-3 0,0-1-2 16,0-11 2-16,0 13 3 0,0-13-3 15,0 0 12-15,0 0-5 0,0 0 0 0,0 0-1 0,0 0-1 0,-14-28-2 16,10 10-1-16,-3-3-7 0,3-3-2 16,4-12 0-16,-7 1 1 0,-1 3-1 0,8 1 1 15,-3 8-3-15,3 0-3 0,0 1 0 0,-4 1-2 0,4 2 2 16,0-1-1-16,0 4 1 0,0 3 0 0,4 3 0 15,-1-6-5-15,-3 7 2 0,8 2-4 0,-8 7 4 16,7-13-3-16,-3 8 2 0,-4 5 1 16,18-6-4-16,-7 9 0 0,4 0 2 0,3 3-4 0,0 1-4 15,-7-1 5-15,0 3 2 0,0-1-6 0,-7 2 3 16,0-1-5-16,3 7 8 0,-3-5-8 0,-4-2 6 16,0 9 2-16,-4-1-2 0,-7 0-7 0,4-3-12 15,-1-1-16-15,-6 1-23 0,6-6-30 0,-6-1-35 16,3 0-190-16,-4-4-340 0,8 0 151 0</inkml:trace>
          <inkml:trace contextRef="#ctx0" brushRef="#br0" timeOffset="1179.6117">-7283-2622 145 0,'0'0'163'0,"0"0"-4"16,0 0-10-16,0 0-4 0,-3-14-11 0,3 14-19 16,0 0-16-16,0 0-4 0,0 0-7 0,0 0-5 15,0 0-5-15,0 0-4 0,-8 31-8 0,8-31-7 0,0 24-5 16,0-3 1-16,0 0-6 0,0 2-6 16,4 1-2-16,3 5-9 0,1 4-2 0,-8-11-1 15,7 9-3-15,-7-9-1 0,0-2-3 0,4 0-4 0,-1-1-5 16,1 0 2-16,0 1 0 0,-4-6 0 15,0-4-4-15,0 1 0 0,0-11 2 0,-4 15-3 0,4-15 3 16,0 0 5-16,0 0-4 0,-4 6 0 0,4-6 1 16,0 0-6-16,-14-34 1 0,10 13-2 0,-3-3 1 15,-1-10-4-15,1 1 3 0,-4-6-2 0,4 1-1 16,-1 2-1-16,5 0-1 0,-1 3-1 0,4 14 4 16,-4-3-7-16,4 0 6 0,4 1-3 0,-4 0 3 15,4 10-2-15,3-7 0 0,-3 7-1 0,7-5 4 16,-4 4-3-16,0 4-1 0,1 0 1 0,3 4-2 15,0 3-2-15,7-4-1 0,0 6 4 0,1 6-4 16,-1 1-1-16,4 7 5 0,-4 1-2 0,4 9-2 16,0 0 4-16,-15-1-1 0,4-1-4 0,-7 6 4 15,7-6-3-15,-7-3-1 0,-1 5 5 0,-6-2-1 0,-1 1-2 16,0-2-2-16,-7 1-1 0,0-2 1 16,4 1-4-16,-4-4-19 0,0 0-24 0,0-9-24 15,4-1-45-15,-4-3-39 0,3-1-161 0,8-4-345 0,-14 0 153 16</inkml:trace>
          <inkml:trace contextRef="#ctx0" brushRef="#br0" timeOffset="1776.2814">-6851-2685 142 0,'-3'-10'170'0,"3"10"-15"15,0 0-14-15,0 0-9 0,0 0-17 0,0 0-12 16,0 0-14-16,0 0 11 0,0 0-10 0,0 0-7 16,-11 34-1-16,11-20-11 0,-4 6-5 0,4 3-4 15,-4-1-7-15,4 0-5 0,0 1-10 0,0 0 2 16,-3-1-4-16,3-1-9 0,-4 1 8 0,4-3-1 16,4 3-2-16,-1-5-6 0,-3-4 5 0,0-2-7 15,0 1-2-15,0-12-4 0,4 13-3 0,-4-13 5 16,0 0 23-16,0 0-5 0,0 0-2 0,0 0-3 15,0 0-6-15,0 0 0 0,4-50-2 0,-4 27-5 16,0-11-1-16,0 0-2 0,0-1 0 0,0-2-6 16,0 3 3-16,3 11-4 0,-3-12-3 0,0 13 1 0,4 2-1 15,0 0-7-15,-1 3 7 0,-3 6-3 16,4-3 0-16,-4 5-2 0,0-3 3 0,0 12-6 16,0-11 4-16,0 11-1 0,0 0 0 0,0 0-3 0,7-8 3 15,-7 8-4-15,0 0 3 0,0 0-2 0,29 14 1 16,-18-2 0-16,0-2-3 0,0 5 0 0,4 2 1 15,-4 2 4-15,4-1-2 0,-4 10 1 0,0-6-3 16,0 0 3-16,-4-1 2 0,4-1-5 0,-4 1 0 16,-3-1-2-16,3-2-4 0,-3 0-25 0,-1-7-22 15,-6 3-16-15,3-3-26 0,0-11-33 0,-4 11 3 16,4-11-22-16,-7 9-7 0,7-9-145 0,-11 3-323 16,11-3 143-16</inkml:trace>
          <inkml:trace contextRef="#ctx0" brushRef="#br0" timeOffset="1934.2702">-6917-2503 101 0,'0'0'183'0,"0"0"-14"0,0 0-10 0,0 0-9 16,0 0-14-16,30-24-13 0,-16 19-11 0,5-2-11 16,2 2-10-16,1-4-14 0,-3 1-4 0,3 3-25 0,0 2-42 15,0-3-56-15,-4 2-55 0,0 3-124 0,-3-3-249 16,3-3 110-16</inkml:trace>
          <inkml:trace contextRef="#ctx0" brushRef="#br0" timeOffset="3521.0476">-6536-2818 22 0,'0'0'82'0,"0"0"-3"0,0 0 2 16,0 0 1-16,0 0-15 0,0 0-8 0,0 0-5 15,0 0 6-15,0 0 4 0,0 0-6 0,0 0 7 16,0 0-6-16,0 0-2 0,0 0-3 0,0 0 2 16,0 0-1-16,0 0 0 0,0 0-11 0,0 0 3 15,0 0-1-15,0 0-3 0,-11 1-1 0,11-1 7 16,0 0 4-16,0 0-2 0,-15 1 1 16,15-1-1-16,0 0 7 0,-11 2 11 0,11-2 2 0,-11 3 3 15,11-3 6-15,0 0 2 0,0 0 0 0,0 0-4 16,0 0 4-16,-14 2-7 0,14-2-7 0,0 0-3 0,0 0-4 15,0 0-11-15,0 0-3 0,0 0-5 0,0 0-3 16,51-9-2-16,-40 6-4 0,11-4-6 16,4-1 1-16,-5 0-6 0,12-3-5 0,-11 5-6 0,4 1-10 15,11-4-10-15,-15 2-11 0,-1 2-10 0,-6 4-8 16,0-4-7-16,-4 1-4 0,-4 3 2 0,-7 1 0 16,18-2-9-16,-18 2 1 0,0 0 3 0,11-2 4 15,-11 2-2-15,0 0 12 0,0 0-1 0,0 0 3 16,0 0 5-16,0 0 3 0,-25 21-3 0,17-17 8 15,-6 2 3-15,-1 1 1 0,0-2 4 16,8 0-2-16,-4 1-3 0,-3 0 7 0,6-4 2 0,-3 2 3 16,4-1 2-16,7-3-6 0,-15 6 5 0,15-6 3 15,-11 2 2-15,11-2-1 0,0 0 2 0,0 0 1 0,-18 0 16 16,18 0 5-16,0 0 12 0,0 0 11 16,0 0 0-16,0 0 7 0,0 0-4 0,0 0-2 15,0 0-8-15,0 0-3 0,0 0-6 0,0 0-4 0,0 0-3 16,-7 5 0-16,7-5-1 0,3 17 1 0,8 0-4 15,-7 0 0-15,0 0-3 0,10 6-2 16,-6 10 1-16,-1-11-1 0,0 10 0 0,-3 0-5 16,3 1-7-16,1-2-23 0,-1-12-21 0,-3 2-27 0,-4 2-16 15,7-4-20-15,0-8-24 0,-7 3-26 0,4-5-168 16,-4-1-352-16,0-8 157 0</inkml:trace>
          <inkml:trace contextRef="#ctx0" brushRef="#br0" timeOffset="3892.0496">-6104-2871 61 0,'0'0'188'0,"0"0"-5"0,0 0-11 0,-4-16-10 16,4 16-9-16,0 0-17 0,0 0-9 0,0 0-19 0,0 0-11 15,0-11-9-15,0 11-8 0,0 0-8 0,0 0-3 16,0 0-2-16,0 0-1 0,0 0-5 0,0 0-3 16,18 25-4-16,-18-16 5 0,8 8-5 0,-5 0-1 15,1-5-8-15,3 10-1 0,-7-3-4 0,4-1-3 16,3 12-3-16,-7-7-3 0,4-2-2 0,0 1-4 16,-4-2-2-16,0 0-2 0,3-4 0 0,1 2-4 15,0-5-3-15,-1-4 2 0,1-2-2 0,-4-7 2 16,7 9 1-16,1-2 1 0,-8-7-5 0,11 3 3 15,-11-3-3-15,22-1-3 0,-11-3-1 0,7-4-2 16,4 4 4-16,-4 0-3 0,-3-2-7 0,3-1-6 16,0-4-19-16,-3 7-16 0,-4-1-17 0,4-2-33 15,-4 2-15-15,-4 3-17 0,4-5-25 0,-11 7-32 0,7-6-147 16,-3 0-351-16,-4 6 156 0</inkml:trace>
          <inkml:trace contextRef="#ctx0" brushRef="#br0" timeOffset="4139.1788">-6133-2765 56 0,'-8'-7'191'15,"8"7"-17"-15,0 0-14 0,0 0-19 0,0 0-5 16,0 0-17-16,11-16-12 0,0 13-14 0,4-2-10 15,-4-2-9-15,7 2-4 0,0 0-9 0,4-1-5 16,0-3-2-16,0 4-8 0,0-3-7 0,-4 2-13 16,1-1-16-16,-8 4-21 0,3-1-20 0,-6-3-26 15,3 4-14-15,-4-4-22 0,0 4-38 0,-7 3-86 0,11-9-236 16,-11 9 105-16</inkml:trace>
          <inkml:trace contextRef="#ctx0" brushRef="#br0" timeOffset="4322.8641">-6280-2934 22 0,'0'0'172'16,"0"0"-10"-16,0 0-19 0,26-24-12 0,-8 17-11 16,-7 2-9-16,11 0-21 0,0 0-3 0,-4 0-16 15,4 0-5-15,-4 2-13 0,4-1-30 0,-3 0-32 16,-5-2-28-16,8 2-36 0,-11 4-116 0,0-1-205 0,0 1 91 15</inkml:trace>
          <inkml:trace contextRef="#ctx0" brushRef="#br0" timeOffset="4776.2154">-5581-3100 114 0,'0'0'157'0,"0"0"-13"0,0 0-2 0,0 0-10 0,0 0 1 15,-4-15-8-15,4 15-4 0,0 0-6 0,0 0 2 16,0 0-10-16,-11-3-12 0,11 3-7 0,0 0-2 15,0 0-5-15,-25 5-5 0,25-5 1 0,-18 9-6 16,10-5-1-16,-6 4-4 0,-1 0-5 0,4-1-13 16,0 1 3-16,0 0-6 0,4-2 0 0,-1 0-8 15,8-6-1-15,-3 12-7 0,3-12 3 0,0 13-3 0,0-13 2 16,3 13-5-16,5-7-5 0,-1 1-1 16,4-1-5-16,11 2 2 0,-4 0-1 15,1-1-6-15,-1 1-4 0,7-2-12 0,1 3-11 0,-4 0-3 16,11 4 0-16,-11-6-2 0,-7 3-1 0,7 2 4 0,-11-4 2 15,0 1 0-15,-4 3 0 0,0-2-1 16,-7 1 4-16,4-3 4 0,-4-8-1 0,-4 20 5 0,-3-8 0 16,0-1-2-16,-4-4 5 0,-4 4-6 0,0-4 7 15,-3-4-6-15,0-2-2 0,-8 0-19 0,4-2-33 16,4-1-38-16,-4-7-46 0,0-2-200 0,4 2-374 16,-4-7 166-16</inkml:trace>
        </inkml:traceGroup>
      </inkml:traceGroup>
    </inkml:traceGroup>
  </inkml:traceGroup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611.43872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3-03-21T07:15:46.676"/>
    </inkml:context>
    <inkml:brush xml:id="br0">
      <inkml:brushProperty name="width" value="0.06667" units="cm"/>
      <inkml:brushProperty name="height" value="0.06667" units="cm"/>
      <inkml:brushProperty name="color" value="#FFFFFF"/>
      <inkml:brushProperty name="fitToCurve" value="1"/>
    </inkml:brush>
  </inkml:definitions>
  <inkml:traceGroup>
    <inkml:annotationXML>
      <emma:emma xmlns:emma="http://www.w3.org/2003/04/emma" version="1.0">
        <emma:interpretation id="{32D1A9B0-BA5C-4AA6-A24C-C5734DDD79B9}" emma:medium="tactile" emma:mode="ink">
          <msink:context xmlns:msink="http://schemas.microsoft.com/ink/2010/main" type="writingRegion" rotatedBoundingBox="11485,16212 16029,16061 16057,16890 11512,17041"/>
        </emma:interpretation>
      </emma:emma>
    </inkml:annotationXML>
    <inkml:traceGroup>
      <inkml:annotationXML>
        <emma:emma xmlns:emma="http://www.w3.org/2003/04/emma" version="1.0">
          <emma:interpretation id="{41B420FF-34E0-41C5-96B2-E7B1B090D92B}" emma:medium="tactile" emma:mode="ink">
            <msink:context xmlns:msink="http://schemas.microsoft.com/ink/2010/main" type="paragraph" rotatedBoundingBox="11485,16212 16029,16061 16057,16890 11512,17041" alignmentLevel="1"/>
          </emma:interpretation>
        </emma:emma>
      </inkml:annotationXML>
      <inkml:traceGroup>
        <inkml:annotationXML>
          <emma:emma xmlns:emma="http://www.w3.org/2003/04/emma" version="1.0">
            <emma:interpretation id="{89F73FB2-834D-47FA-93CA-692CFAF89FAF}" emma:medium="tactile" emma:mode="ink">
              <msink:context xmlns:msink="http://schemas.microsoft.com/ink/2010/main" type="line" rotatedBoundingBox="11485,16212 16029,16061 16057,16890 11512,17041"/>
            </emma:interpretation>
          </emma:emma>
        </inkml:annotationXML>
        <inkml:traceGroup>
          <inkml:annotationXML>
            <emma:emma xmlns:emma="http://www.w3.org/2003/04/emma" version="1.0">
              <emma:interpretation id="{59A9CAAA-B88A-4148-8AC9-727D560ABEB3}" emma:medium="tactile" emma:mode="ink">
                <msink:context xmlns:msink="http://schemas.microsoft.com/ink/2010/main" type="inkWord" rotatedBoundingBox="11485,16212 16029,16061 16057,16890 11512,17041"/>
              </emma:interpretation>
            </emma:emma>
          </inkml:annotationXML>
          <inkml:trace contextRef="#ctx0" brushRef="#br0">269 0 53 0,'-29'3'147'0,"4"0"-21"16,1 6 0-16,-5 2-8 0,4 0-10 0,-8 11-6 16,12-3-10-16,5-2-13 0,-1 1-2 0,1 0-5 15,-1-1-8-15,9-4-5 0,4-2 1 0,4 2-10 16,-5-4-6-16,5-9-16 0,0 0 11 0,13 22-2 15,-5-18-7-15,9 1-7 0,-5 0 6 0,9-2-5 16,20 1-1-16,-12-4-6 0,-4 0 0 16,16 3-1-16,-16 0-4 0,4 1-3 15,-4 1-2-15,-5 5 0 0,1 2-5 0,-4 1 3 0,-5 0 4 0,-8-1-5 0,4 5 9 16,-3 1-4-16,-10 2 0 0,1 2-4 16,-4-2 6-16,-4 2-9 0,-5 3 7 0,1-3 4 15,-1-1 0-15,0-4-6 0,-3 3 1 0,-9 1-2 0,12-6 2 16,1-2-4-16,-5-5 5 0,-4 0-9 0,13-7 0 15,0 2-33-15,12-3-17 0,-21-9-48 0,13 3-47 16,-5-12-108-16,9 0-274 0,0-3 122 0</inkml:trace>
          <inkml:trace contextRef="#ctx0" brushRef="#br0" timeOffset="566.1175">616 24 65 0,'0'0'182'15,"0"0"-21"-15,0 0-11 0,0 0-16 0,0 0-10 16,0 0-7-16,0 0-4 0,0 0-4 0,-8 35-4 15,4-13-5-15,0-1-13 0,4 3-1 0,-4 0-3 16,4 1-8-16,4 11-4 0,0-1-8 0,-4-9-9 16,0 0-5-16,0-2-6 0,4 2-7 0,0-2 1 15,0-2-3-15,1 0-4 0,3-1-6 0,-8-2-6 16,4-5-31-16,0-2-35 0,0-4-30 0,-4-8-38 16,4 15-25-16,-4-15-152 0,0 0-316 0,0 0 140 15</inkml:trace>
          <inkml:trace contextRef="#ctx0" brushRef="#br0" timeOffset="769.9424">488 399 143 0,'21'-8'136'0,"-4"2"-6"0,7-2-16 0,-3 1-5 0,4 1-16 15,-5 0-9-15,5 5-5 0,-8-3-10 0,-1-1-6 16,1 2-3-16,-1 1-40 0,1-1-31 0,0 0-42 16,-5 2-120-16,-12 1-188 0,21-4 84 0</inkml:trace>
          <inkml:trace contextRef="#ctx0" brushRef="#br0" timeOffset="2004.001">980 217 64 0,'0'0'162'0,"0"0"-20"0,-4-15 0 0,4 15-14 0,-12-6-5 15,12 6-12-15,-4-8-6 0,4 8-13 0,-17-4-7 16,17 4-1-16,-12-1-13 0,12 1-10 0,-21 6 3 16,9 1-3-16,-1 1-4 0,5 1-9 0,-4 2-4 15,-5 2-2-15,9-1-6 0,-5 9 0 0,1-3-2 16,4 2-1-16,-1 1 0 0,1 0-7 0,4-1 5 15,0 4-6-15,0-3 1 0,4 0-2 0,0-1-2 16,0-6 4-16,8-2-3 0,-8-4-3 0,8 3-1 16,5-3 1-16,-9-3-1 0,8 0 0 0,5-1-4 15,-5-4-1-15,5-2 2 0,-5-4-4 0,9-1-1 16,-1-7-2-16,-3 1 2 0,-5 0-5 0,1-4 0 16,3-1-1-16,-3 1 2 0,-5-4-1 0,-4 0-3 0,4 5 3 15,-3-5-7-15,-1-4 5 0,-4 3-9 16,4 4 11-16,-8-2-6 0,4 5 4 0,-4-3-2 15,-1 6 3-15,1 0 0 0,4 12-1 0,-8-15 0 16,8 9 2-16,0 6-1 0,0 0 0 0,-12-10 0 16,12 10 1-16,0 0-2 0,-9-6 2 0,9 6-3 15,0 0 0-15,0 0 2 0,0 0-9 0,-20 4 4 16,20-4 2-16,0 0-5 0,0 0 7 0,0 0 1 0,0 0-2 16,-9 10 1-16,9-10 0 0,0 0 3 0,0 0 1 15,0 16 2-15,0-16 0 0,0 0 0 16,0 0-1-16,13 12 0 0,-13-12 2 0,0 0-5 0,0 0 0 15,8 8 1-15,-8-8-2 0,0 0-2 0,0 0 4 16,8 6-5-16,-8-6 3 0,0 0 0 16,0 0 2-16,0 0-2 0,0 0 6 0,0 0 1 0,0 0 7 15,0 0-2-15,0 0 2 0,0 0 2 0,0 0-1 16,0 0-3-16,0 0-3 0,0 0-1 0,0 0-4 16,0 0 2-16,0 0-2 0,0 0-1 0,0 0 1 15,0 0-3-15,0 0 3 0,0 0-6 0,0 0 3 16,0 0 0-16,-8-34 0 0,8 34-3 0,0 0-1 15,0 0 0-15,0 0 1 0,-8-12-2 0,8 12 2 16,0 0-2-16,0 0 0 0,0 0-3 0,0 0 1 0,0 0 0 16,0 0 3-16,0 0 0 0,0 0-4 15,0 0 0-15,0 0 2 0,0 0-3 0,0 0 0 0,0 0 0 16,0 0 3-16,0 0 1 0,0 0 1 0,0 0-2 16,0 0 0-16,0 0 0 0,0 0 0 0,0 0 0 15,0 0 0-15,0 0 2 0,8 47 2 0,-4-35-3 16,-4-2 5-16,4 2-5 0,0 0 5 0,-4 1-4 15,9-1 4-15,-9 1-2 0,4 0 1 0,0-2-3 16,-4 2 5-16,8 0-7 0,1 0 4 0,-5-2-4 16,-4-1-1-16,0-10 5 0,8 15 4 0,0-6-7 15,0-3 1-15,-8-6 2 0,13 8 1 0,-5-6-4 16,-8-2 2-16,21 0-1 0,-21 0 0 0,25-6 1 16,-13 1-3-16,0-3-3 0,5-5 4 0,-5-1-2 0,1 2-2 15,-1-6 0-15,-4-3-2 0,9-1-5 0,-17-3-8 16,8 0-3-16,5-11-9 0,-5-1-4 0,4 12 7 15,1-9 2-15,-9-1 7 0,0 11-3 0,-4 3 6 16,4-2-2-16,-4 8 2 0,0 2 0 0,-4-3 6 16,4 4 4-16,0 12 1 0,0-18-5 15,0 18 6-15,-4-12 5 0,4 12-1 0,0 0 0 16,-4-13 1-16,4 13 0 0,0 0 1 0,-9-6-2 0,9 6 2 16,0 0-5-16,0 0 5 0,0 0-5 0,-20 20 6 15,16-12-4-15,4-8 5 0,0 23-5 0,-5-9 9 16,10 8-7-16,-10 2 6 0,5 0-4 0,5 4 0 15,-10-5 3-15,10 3-2 0,-5-4 0 0,4 2 4 0,4-1-3 16,-4 0 3-16,4 0-4 0,1-3-2 16,3 0 2-16,-4-1 0 0,5-2-1 0,-9-4 4 15,8 4-4-15,1-6 3 0,3-2-3 0,5 0-1 0,-5-5 5 16,5-1-2-16,-4-1-7 0,3-7 6 0,-3 2-4 16,-1 0 2-16,1-3-2 0,-5-2 0 0,9-4 0 15,-4-1-1-15,-5-5-3 0,0 1 5 0,-3-2-1 16,-1 1 0-16,-4 4-3 0,0 0 3 0,-4 1-3 15,4-1 6-15,-4 14-3 0,0-16-1 0,0 16 2 16,0 0-2-16,-4-14-2 0,4 14 2 0,0 0-3 16,-20 6 3-16,20-6-1 0,-29 19 1 15,12-2 3-15,0 0 0 0,9 0-2 0,-4 1 4 16,8 0-4-16,-5 0 7 0,9-3 0 0,0-1 5 0,0-14-4 16,13 21 0-16,-9-12 1 0,8 1 3 0,1-4-9 15,3 0 3-15,5-3 0 0,8-2 2 0,-4-4-5 16,4-2-2-16,8-4-7 0,-8 2-22 0,-4 0-36 0,-1-2-35 15,-3-5-35-15,4-5-36 0,-13 0-43 0,1-1-140 16,-1-2-379-16,-12 0 168 0</inkml:trace>
          <inkml:trace contextRef="#ctx0" brushRef="#br0" timeOffset="2186.5717">1034 131 111 0,'41'-13'187'16,"-20"7"-11"-16,20 1-21 0,1-7-27 0,-5 2-1 15,8 4-14-15,1-1-14 0,20-3-7 0,-16 2-13 0,-5 0-12 16,-4 0-44-16,5 1-49 0,-9 5-90 16,-8-1-87-16,-8 1-219 0,4 2 97 0</inkml:trace>
          <inkml:trace contextRef="#ctx0" brushRef="#br0" timeOffset="3394.0894">2097 284 100 0,'4'-7'137'0,"-4"7"-11"0,0 0 3 16,0 0-13-16,0 0-6 0,0 0-2 0,0 0-14 16,0 0-17-16,0 0 10 0,0 0 5 0,0 0-1 15,0 0 4-15,16 15-4 0,-16-3-14 0,4 7-3 16,-8 0 0-16,4 2-12 0,-4 3-2 0,0 2-5 15,-4 9-4-15,-5-3-6 0,5 3-12 0,-9-1-5 16,5-9-24-16,0 0-41 0,-9 5-44 0,4-8-35 16,-7 5-45-16,-1-10-110 0,4-2-292 0,-4-2 129 15</inkml:trace>
          <inkml:trace contextRef="#ctx0" brushRef="#br0" timeOffset="4292.0972">2493 95 41 0,'-8'-10'129'0,"8"10"-15"0,0 0 1 0,0 0-13 0,0 0-7 15,8-12-9-15,-8 12 1 0,0 0-1 0,0-11 1 16,0 11-7-16,0 0-6 0,0 0-4 0,0 0-5 16,0 0-5-16,0 0-6 0,0 0 20 0,0 0 3 0,0 0 5 15,0 0-6-15,0 0 0 0,9 49-7 16,-9-26-4-16,4-1-3 0,-4 0-2 0,4 5-9 0,-4 0-6 16,4 7-2-16,-4 4-3 0,4-12-4 0,-4 1-2 15,0 7-11-15,9-8 4 0,-5 0-12 0,0-3 3 16,0 0-1-16,-4 0 0 0,8-4-1 0,-4 0-3 15,-4-5-1-15,4-6-6 0,-4-8-2 0,0 0-8 16,-4 19-9-16,4-19-17 0,0 0-13 0,0 0-18 16,0 0-12-16,0 0-3 0,0 0-6 0,0 0-8 15,0-44-24-15,0 30-9 0,0-9-26 0,0 0-109 16,0 1-279-16,0 0 124 0</inkml:trace>
          <inkml:trace contextRef="#ctx0" brushRef="#br0" timeOffset="4902.0751">2535 235 47 0,'0'0'48'16,"0"0"2"-16,0 0-15 0,0 0 8 0,0 0-4 15,0 0 3-15,0 0-9 0,0 0 1 0,0 0-10 16,0 0-6-16,-8-5 5 0,8 5-9 0,0 0-4 16,0 0 7-16,0 0-8 0,0 0-5 0,0 0 3 15,0 0-2-15,0 0 6 0,0 0-3 0,0 0 4 16,-9-5 1-16,9 5 4 0,0 0 0 0,0 0 0 15,0 0 3-15,-16-3-12 0,16 3 16 0,0 0-4 16,0 0 0-16,0 0 0 0,0 0-6 0,0 0 6 0,-13-2-4 16,13 2-4-16,0 0-8 0,0 0 12 0,0 0 10 15,0 0 2-15,0 0-6 0,0 0-3 0,0 0 5 16,0 0-5-16,0 0 2 0,0 0 3 0,0 0 1 16,4-18-4-16,-4 18 8 0,0 0-2 0,-4-13 3 15,4 13 5-15,0 0-12 0,-4-19 10 0,4 19-6 16,0-12-1-16,0 12-1 0,-4-17 2 0,4 4-6 15,0-6 4-15,-8 5-5 0,8 0 2 0,0 14 1 16,8-25-5-16,-8 9 0 0,8-1-5 0,-8 3 8 16,4 1 7-16,5 2-2 0,-1-1 16 0,0 5 9 15,-8 7-2-15,13-9-3 0,-5 2-6 0,-8 7-4 16,16-1-2-16,-16 1 0 0,21 6-5 0,-13 1 2 16,9 0 0-16,-1 9-7 0,1 0-5 0,4 4 2 15,-5 1-4-15,-3-1 3 0,11 7-4 0,-11-2-3 16,7 6 1-16,-7-9-4 0,3 13 1 0,-7-12-2 15,-1 3-3-15,4 9 2 0,-3-9-5 0,-5 1-3 0,0 5-27 16,-4-7-15-16,0-1-22 0,4-4-22 0,-8-2-15 16,4-3-2-16,0-1-15 0,0 1-15 0,-4-3-114 15,0 1-266-15,-5-5 118 0</inkml:trace>
          <inkml:trace contextRef="#ctx0" brushRef="#br0" timeOffset="5126.6768">2551 431 126 0,'0'0'152'0,"0"0"-5"0,0 0-14 0,9-15-19 0,-9 15-6 15,12-7-9-15,-4 1-13 0,-8 6-6 0,17-10-10 16,3 5-7-16,-7 0-3 0,-5 1-8 15,9 2-8-15,-5-3-21 0,13 2-27 0,-9 0-43 0,9-3-41 16,-4 2-115-16,-5-3-221 0,5 0 98 0</inkml:trace>
          <inkml:trace contextRef="#ctx0" brushRef="#br0" timeOffset="5584.8877">3093 243 42 0,'0'0'91'0,"0"0"-13"0,0 0-8 0,0 0 0 15,0 0-9-15,0 0-4 0,0 0-3 0,8-10 2 0,-8 10-4 16,0 0 14-16,0 0 0 0,4-8-2 0,-4 8 1 16,0 0-4-16,0 0 5 0,4-13 4 0,-4 13-7 15,0 0 3-15,5-12-7 0,-5 12 1 16,0 0 1-16,0 0 4 0,-9-17 1 0,9 17-4 0,0-11 11 16,0 11 1-16,0 0-7 0,-12-11-8 0,12 11 0 15,-8-5-6-15,8 5-2 0,0 0-4 0,-25 7-4 16,12 0 0-16,5 1-7 0,-4 2 0 0,-1 5-7 15,1 2 2-15,4 4-14 0,4-1 8 0,-9 3-6 16,5 0 3-16,4 1-4 0,0 0-3 0,4-4-5 16,8-1 7-16,-4 0-5 0,0-6-2 0,4 6 0 15,1-10 0-15,3 7-1 0,-4-9 3 0,5-2-2 16,3-1-2-16,1-4-4 0,-1-1-1 0,5-3-12 0,0 0-22 16,4-3-25-16,-9-4-28 0,5 1-20 0,-1-4-22 15,-7-1-16-15,-1-2-17 0,9-1-143 16,-9 0-328-16,-3-2 146 0</inkml:trace>
          <inkml:trace contextRef="#ctx0" brushRef="#br0" timeOffset="5831.4426">3304 36 84 0,'-4'-11'175'0,"-1"1"-1"16,-3-4 0-16,4 6-4 0,4 8-5 0,-8-11 2 16,8 11-9-16,-8-12 4 0,3 6-3 0,5 6-2 15,-8-10-13-15,8 10-4 0,0 0-18 0,-8-10-12 16,8 10-13-16,0 0-9 0,0 0-6 0,0 0-8 15,0 0-5-15,0 0-4 0,0 0-5 0,8 45-4 16,-8-24-3-16,4-1-6 0,5 6-7 0,-9-3-4 16,8 0-4-16,-4 3-1 0,0-3-2 0,4 1 2 15,-4 1-12-15,1 0 4 0,-5-1-4 0,4-4-3 0,0 1-9 16,-4-5-19-16,4-2-21 0,-4 0-28 0,0-1-36 16,4-2-19-16,-4 1-36 0,0-12-16 15,0 0-31-15,0 0-8 0,-4 17-158 0,4-17-396 0,0 0 175 16</inkml:trace>
          <inkml:trace contextRef="#ctx0" brushRef="#br0" timeOffset="6219.8737">3171 302 153 0,'-8'-6'174'0,"8"6"3"0,0 0-1 0,0 0-7 16,0 0-3-16,0 0-5 0,0 0-4 0,0 0-12 16,0 0-14-16,0 0-6 0,42-11-13 0,-18 8-12 15,1 1-9-15,-4-2-10 0,4-3-4 0,8-1-12 16,-9 4-8-16,10-5-8 0,-5 2-5 0,-5-2-32 15,1 2-28-15,0 2-29 0,-4-1-22 0,-5-3-21 16,-3 2-7-16,-1 1-4 0,-4 3-5 0,0-3 0 16,-8 6 6-16,9-11 2 0,-9 11 12 0,4-10 2 15,-4 10 20-15,0 0 10 0,0 0 8 0,-8-19 17 0,8 19 15 16,-5-10 3-16,5 10 9 0,-16-11 20 0,8 6 11 16,8 5 9-16,-17-6 7 0,13 1 17 0,4 5-3 15,-17-9 14-15,13 2 9 0,4 7 5 0,0 0 2 16,-8-11 5-16,8 11 3 0,0 0 5 15,0-13 4-15,0 13 2 0,-4-10 3 0,4 10-8 16,0 0-3-16,0 0-12 0,0 0-7 0,0 0-11 0,0 0-4 16,0 0-8-16,0 0-3 0,0 0-4 0,0 0-6 15,29 24-2-15,-21-12-3 0,-4 8-8 0,5 1 1 16,-9 2-8-16,0-3-2 0,4 3-8 0,0 3-14 16,-4-2-25-16,0 0-15 0,4-2-36 0,0-3-26 15,-4-4-36-15,4 0-30 0,0-1-39 0,-4-5-36 16,0-9-170-16,4 13-445 0,-4-13 197 0</inkml:trace>
          <inkml:trace contextRef="#ctx0" brushRef="#br0" timeOffset="6397.9236">3519-42 28 0,'0'0'245'0,"0"0"-20"0,-9-8-22 0,9 8-21 15,0 0-18-15,0 0-13 0,0 0-20 0,0 0-13 16,0 0-17-16,17 33-28 0,-9-25-44 0,1 5-43 16,-1-1-46-16,0 0-39 0,0 1-148 0,-4-5-266 15,1 5 118-15</inkml:trace>
          <inkml:trace contextRef="#ctx0" brushRef="#br0" timeOffset="7181.1954">3849 155 197 0,'0'0'191'0,"0"0"-10"0,0-13-16 0,0 13-8 15,0 0-17-15,0 0-16 0,0 0-7 0,0 0-7 16,0 0-9-16,0 0-8 0,0 0-5 0,0 0-6 15,-33 20-2-15,25-13 0 0,-4 2-5 0,3 0 3 16,-3 1-8-16,4 7 2 0,0-7-1 0,-1 3-11 16,5-1-5-16,0 1-1 0,0-1-7 0,4-12 0 15,4 20-5-15,0-7-1 0,0-6-3 0,5-1-3 16,-9-6-4-16,16 10-4 0,1-3-2 0,-1-5-3 0,5-2-3 16,4-2-3-16,-1 0-4 0,1-4 1 15,-8-1-5-15,-1-1 0 0,-3 1-3 0,3-5 1 16,-12 1 0-16,5-1-3 0,-5-1-1 0,0 2-1 0,-4-4 1 15,0 15-3-15,-13-31-1 0,5 20 5 0,0 0-3 16,-9 1 0-16,-3-2 0 0,7 4 3 16,-3 4-4-16,-1-1 3 0,1 0-3 0,-1 7-1 0,-3-2-2 15,7 3 6-15,-3-2-8 0,3 5 5 0,5-3 0 16,8-3 1-16,-17 7-5 0,17-7 7 16,-12 5-4-16,12-5 2 0,0 0-3 0,0 0 6 0,-4 5-6 15,4-5 0-15,0 0 2 0,0 0 0 0,0 0-4 16,0 0 6-16,29-18-3 0,-17 12 0 0,1 0 0 15,7-3 2-15,-7 0-1 0,3 4 2 0,-3 3-2 16,3-5-1-16,-3 0 0 0,-5 1 0 0,-8 6 1 16,16-4 4-16,-16 4-3 0,21-2-3 15,-21 2 3-15,12-3 3 0,-12 3-4 0,13 5 5 0,-13-5-7 16,16 6 4-16,-7-2-2 0,-1 1 1 0,0 0-3 16,-8-5 6-16,17 9-1 0,-1 1-5 0,-7-3 4 15,-1 4-4-15,4-4 1 0,-4 4 2 0,9-3-3 16,-13 3 0-16,4-3 3 0,5 3 0 0,-9-3 0 0,4 3 0 15,-4-3 1-15,0 10 0 0,5-6-1 16,-5 1 2-16,0-1-3 0,-4-5 1 0,0 6 0 16,0-13 4-16,0 16-5 0,0-16 6 0,0 10-4 0,0-10 4 15,0 0-2-15,-4 10 5 0,4-10-5 0,0 0 3 16,0 0-1-16,0 0-3 0,0 0 1 0,-25-31-1 16,21 12 0-16,4-1-2 0,0-3 2 15,-8-4 1-15,8 4 0 0,0-4 0 0,8 2-6 0,-4 3 6 16,0 4-3-16,0 3 2 0,5-2-2 0,-5 8-2 15,4 2 0-15,9-2 3 0,-5 3 0 0,0 2 2 16,1 2-3-16,-13 2 0 0,25 2-6 0,-9 5 6 16,1 0 0-16,7 4 1 0,-7 3-2 15,0 4 3-15,-1 2-4 0,1 4 1 16,-5 1-8-16,9 11-23 0,-9 2-56 0,5 1-49 0,-9-2-56 0,-4-10-215 16,0 11-442-16,-4-2 195 0</inkml:trace>
          <inkml:trace contextRef="#ctx0" brushRef="#br0" timeOffset="10892.3592">4540-99 64 0,'0'0'100'0,"0"0"-1"0,0 0-17 16,0 0-4-16,0 0-6 0,0 0-8 0,0 0-6 15,-8-12-5-15,8 12-10 0,0 0-2 0,0 0 0 16,0 0-9-16,0 0-7 0,0 0 4 0,-17 0-7 16,17 0-3-16,0 0 4 0,0 0 0 0,0 0-7 0,0 0 0 15,0 0-6-15,0 0 1 0,0 0 3 16,0 0 5-16,0 0-4 0,0 0 3 0,0 0 6 16,0 0-4-16,0 0 1 0,0 0 5 0,0 0 6 0,0 0 2 15,0 0-13-15,0 0 7 0,0 0-8 0,0 0 0 16,0 0 0-16,0 0-21 0,0 0 18 0,-16 0 2 15,16 0-8-15,0 0 8 0,0 0-4 0,0 0-1 16,0 0 1-16,0 0 6 0,0 0 6 0,0 0-6 16,0 0-9-16,0 0 7 0,0 0-2 0,0 0 4 15,0 0-6-15,0 0-5 0,0 0 0 0,0 0 7 16,0 0-8-16,0 0-1 0,0 0 1 0,0 0-1 16,0 0 0-16,0 0 3 0,0 0-4 0,-5-10 1 15,5 10-1-15,0 0-2 0,0 0 0 0,0 0-2 16,0 0-6-16,0 0-3 0,0 0 8 0,0 0 1 15,0 0 0-15,0 0-3 0,0 0-2 0,0 0-5 0,0 0-17 16,0 0-24-16,0 0-26 0,0 0-25 0,0 0-21 16,0 0-108-16,0 0-246 0,0 0 108 0</inkml:trace>
        </inkml:traceGroup>
      </inkml:traceGroup>
    </inkml:traceGroup>
  </inkml:traceGroup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611.43872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3-03-21T07:17:08.527"/>
    </inkml:context>
    <inkml:brush xml:id="br0">
      <inkml:brushProperty name="width" value="0.06667" units="cm"/>
      <inkml:brushProperty name="height" value="0.06667" units="cm"/>
      <inkml:brushProperty name="color" value="#FFFFFF"/>
      <inkml:brushProperty name="fitToCurve" value="1"/>
    </inkml:brush>
  </inkml:definitions>
  <inkml:traceGroup>
    <inkml:annotationXML>
      <emma:emma xmlns:emma="http://www.w3.org/2003/04/emma" version="1.0">
        <emma:interpretation id="{B3A1F9C3-8E32-41F0-BEA6-719C41B80ED6}" emma:medium="tactile" emma:mode="ink">
          <msink:context xmlns:msink="http://schemas.microsoft.com/ink/2010/main" type="writingRegion" rotatedBoundingBox="17063,13777 18874,13718 18895,14377 17084,14435"/>
        </emma:interpretation>
      </emma:emma>
    </inkml:annotationXML>
    <inkml:traceGroup>
      <inkml:annotationXML>
        <emma:emma xmlns:emma="http://www.w3.org/2003/04/emma" version="1.0">
          <emma:interpretation id="{ED64E388-204F-415E-965E-CE349D05F24C}" emma:medium="tactile" emma:mode="ink">
            <msink:context xmlns:msink="http://schemas.microsoft.com/ink/2010/main" type="paragraph" rotatedBoundingBox="17063,13777 18874,13718 18895,14377 17084,14435" alignmentLevel="1"/>
          </emma:interpretation>
        </emma:emma>
      </inkml:annotationXML>
      <inkml:traceGroup>
        <inkml:annotationXML>
          <emma:emma xmlns:emma="http://www.w3.org/2003/04/emma" version="1.0">
            <emma:interpretation id="{BAE4A106-652D-486C-AEE2-6D4456DC5B28}" emma:medium="tactile" emma:mode="ink">
              <msink:context xmlns:msink="http://schemas.microsoft.com/ink/2010/main" type="line" rotatedBoundingBox="17063,13777 18874,13718 18895,14377 17084,14435"/>
            </emma:interpretation>
          </emma:emma>
        </inkml:annotationXML>
        <inkml:traceGroup>
          <inkml:annotationXML>
            <emma:emma xmlns:emma="http://www.w3.org/2003/04/emma" version="1.0">
              <emma:interpretation id="{A6CBED99-9C87-4014-977E-1B61F82FF690}" emma:medium="tactile" emma:mode="ink">
                <msink:context xmlns:msink="http://schemas.microsoft.com/ink/2010/main" type="inkWord" rotatedBoundingBox="17063,13777 18874,13718 18895,14377 17084,14435"/>
              </emma:interpretation>
            </emma:emma>
          </inkml:annotationXML>
          <inkml:trace contextRef="#ctx0" brushRef="#br0">364 220 45 0,'0'0'123'0,"0"0"-7"0,13 2-1 0,-13-2-1 16,0 0-3-16,0 0-9 0,0 0-2 16,0 0-5-16,0 0-6 0,0 0-1 0,0 0-4 0,0 0-5 15,16 1-4-15,-16-1 1 0,0 0 3 0,0 0-2 16,0 0-1-16,0 0-8 0,0 0-4 0,0 0-5 16,4-14-2-16,-4 14-1 0,0-16 8 0,0 16-1 15,0 0 1-15,0-19-2 0,0 19-5 0,-4-22-1 16,-4 5-9-16,4 4-1 0,-4-4-4 0,-1 0-5 15,-3-1 2-15,0 8 0 0,-9-6 1 0,4 5-3 16,1 3 8-16,8 0-4 0,-13-3-5 0,9 9-3 0,-5-2-5 16,5 4-3-16,-5 2 1 0,-8 4-5 0,0 3-1 15,9 2-5-15,-5 1 4 0,-4 2-6 16,5 1 2-16,3 7-5 0,5 1 5 0,-1-2-7 0,1 2 4 16,4 2-3-16,4-2 2 0,4-2-4 0,0 3 0 15,4-2 2-15,4-1-4 0,4-6 3 0,1 1-3 16,3-4-1-16,5 2 1 0,4-3-3 0,-5-4-3 15,9 2 4-15,-4-4-4 0,12 7 3 0,-12-5 0 16,0 0-3-16,0 2 0 0,-9 0 3 0,5 4-3 16,-4-1-1-16,-1-2 4 0,-8 1 0 0,5-1-1 15,-5 1-2-15,-4 3 4 0,0-1-5 0,-4 1 5 16,0 5-3-16,-8-5 0 0,0 3 1 0,-5-1 1 0,1-3-2 16,0-3-2-16,-9 2 0 0,0-3 2 0,1-1-8 15,-5-3-15-15,0-5-20 0,0-2-37 16,0-3-39-16,5-1-38 0,-1-6-35 0,0 3-222 0,9-1-448 15,4-1 198-15</inkml:trace>
          <inkml:trace contextRef="#ctx0" brushRef="#br0" timeOffset="652.6551">608 68 53 0,'0'0'169'0,"0"0"-4"0,0 0-6 15,4-12-8-15,-4 12-3 0,0 0-9 0,0 0-12 0,0 0-9 16,0 0-10-16,0 0-12 0,0 0-6 0,0 0-12 16,0 0 7-16,0 0-3 0,0 0-15 0,0 0 2 15,0 0-8-15,0 0-4 0,-4 55 1 0,4-36-13 16,0 3 4-16,-4-2-5 0,4 14 2 0,-4-8-2 15,4-1-7-15,0 1 5 0,0-3 0 0,0 6-5 16,0-6-1-16,0-2-3 0,-4 6 2 0,8-3-9 16,-4-2 5-16,4 0-6 0,-4-4 2 0,4-3-4 15,-4-1 0-15,4-5-4 0,-4 4 0 0,5-4-2 16,-5-9 1-16,0 16-2 0,0-16-1 0,4 8 5 16,-4-8-1-16,8 6-1 0,-8-6 0 0,12 4-6 15,-12-4 3-15,21 0-8 0,-9 0 5 0,9-8-4 16,-8 6-2-16,-1-2-7 0,9-2-13 0,-13 0-21 0,13 1-27 15,-9 0-23-15,0-2-27 0,1 1-14 0,-5-1-29 16,9-3-23-16,-5 1-188 0,-4 2-397 0,1-1 175 16</inkml:trace>
          <inkml:trace contextRef="#ctx0" brushRef="#br0" timeOffset="913.2345">617 325 160 0,'0'0'227'16,"0"0"-18"-16,0 0-17 0,0 0-23 0,0 0-10 15,0 0-19-15,24-19-12 0,-24 19-13 0,13-3-10 0,-5-2-16 16,9 3-5-16,-5-2-12 0,5 1-6 0,-1-2-7 15,5 3-9-15,-1-2-13 0,-3 2-35 0,-1-1-30 16,1-6-42-16,4-1-24 0,-5 3-36 0,-7 3-161 16,3-3-314-16,-8 1 140 0</inkml:trace>
          <inkml:trace contextRef="#ctx0" brushRef="#br0" timeOffset="1124.8638">637 54 62 0,'17'-6'109'0,"-1"2"-5"0,9-1-21 15,-4 0-11-15,-9 5-1 0,5 0-21 0,-1-2-13 0,-3 1-31 16,-13 1-33-16,24 3-68 0,-11-3-102 0,-13 0 45 15</inkml:trace>
          <inkml:trace contextRef="#ctx0" brushRef="#br0" timeOffset="1648.1579">1100 117 81 0,'0'0'169'0,"0"-12"-8"0,0 12-7 0,0 0 4 0,0-17-3 16,0 17 4-16,0 0-8 0,0 0-12 0,0-12-8 16,0 12-15-16,0 0-11 0,0 0-10 0,0 0-8 15,0 0-8-15,0 0-2 0,0 0 4 0,0 0-7 16,0 0 2-16,-12 32-8 0,8-24 2 0,4 11-7 15,-4 4 0-15,-1-2-5 0,5 5-4 0,0 0-4 16,-4-3 1-16,0 1-2 0,8 1-2 0,-8-2-7 0,4 3 2 16,0 0-5-16,0-1-4 0,0-3 1 0,0 1 1 15,4 3-8-15,-8-7 0 0,4-4-6 16,0-2-5-16,0-3 1 0,0-10 3 0,4 16-9 0,-4-16-2 16,9 13 3-16,-9-13 0 0,0 0-6 0,0 0-9 15,0 0-19-15,0 0-7 0,0 0-15 0,16-30-18 16,-16 13-17-16,4-3-16 0,0-1-18 0,-4-2-24 15,13-12-19-15,-13 11-7 0,4 4-9 0,4-3-17 16,-8 11-137-16,0-1-354 0,0-1 157 0</inkml:trace>
          <inkml:trace contextRef="#ctx0" brushRef="#br0" timeOffset="1881.2064">1129 278 754 0,'-4'-12'-12'15,"4"12"30"-15,-4-9 18 0,4 9 10 0,0 0 8 16,-12-10-1-16,12 10 12 0,-5-8 12 0,5 8 14 16,-8-7 8-16,8 7 2 0,0 0 0 0,-4-13 1 0,4 13 1 15,0 0 2-15,0-14 5 0,0 14 3 0,0 0-4 16,0 0-6-16,0 0-9 0,8-16-12 15,-8 16-4-15,0 0-4 0,13-2-6 0,-13 2-8 0,0 0 1 16,25 6-9-16,-25-6-3 0,16 10-2 0,-4-1-4 16,-3 4-1-16,-1-2-7 0,9 7-5 0,-9-6-4 15,4 5-3-15,-4 2 2 0,9-5-8 0,-9-3-1 16,-4 4-10-16,5-4-20 0,-1-2-10 0,-8-3-20 16,8 4-8-16,-8-10-23 0,17 11-9 0,-17-11-17 15,4 6-1-15,-4-6-12 0,0 0-14 0,0 0-11 16,0 0-13-16,16-14-19 0,-16 14-23 0,5-19-100 15,-1 4-318-15,-4-3 141 0</inkml:trace>
          <inkml:trace contextRef="#ctx0" brushRef="#br0" timeOffset="2120.7239">1373 23 133 0,'4'-14'202'0,"-4"14"-1"0,0 0-6 0,0 0-11 16,0 0-13-16,0 0-11 0,0 0-10 0,0 0-15 0,-8-14-13 15,8 14-6-15,0 0-4 0,0 0-3 0,0 0-7 16,0 0-10-16,0 0-3 0,0 0-10 0,0 52-4 16,4-38-13-16,-4 0 0 0,0 6-9 0,0 2-2 15,0-1-6-15,4 1-3 0,-8 5-6 0,8 8-2 16,-4-10-2-16,0-2-3 0,0 0-7 0,4 1-4 16,-4 2-20-16,0-5-17 0,5-2-27 0,-1 1-27 15,-4-6-20-15,4 3-35 0,-4-5-14 0,0-12-27 16,4 10-37-16,-4-10-134 0,0 0-367 0,0 0 163 0</inkml:trace>
          <inkml:trace contextRef="#ctx0" brushRef="#br0" timeOffset="2442.7601">1551 73 35 0,'0'0'190'16,"0"0"-22"-16,0 0-11 0,0 0-15 0,0 0-15 15,0 0-9-15,0 0 0 0,0 0 6 0,0 0 2 16,0 0-6-16,0 0-5 0,0 0-2 0,4 41-8 16,-4-28-1-16,0 8-9 0,0 3 0 0,-4-5-11 15,4 3-11-15,0 1-5 0,-4 11-1 0,0-11-9 0,4 1-9 16,-4 1-3-16,4-6-7 0,-5-1-2 0,5-2-1 15,0-2-4-15,5-1-7 0,-5-13-2 0,-5 19-3 16,5-19-15-16,5 11-15 0,-5-11-14 0,4 9-21 16,-4-9-25-16,0 0-22 0,0 0-17 0,0 0-16 15,0 0-15-15,0 0-20 0,8-37-24 16,-4 18-109-16,-4 5-317 0,0-1 141 0</inkml:trace>
          <inkml:trace contextRef="#ctx0" brushRef="#br0" timeOffset="2719.7891">1530 160 6 0,'0'0'146'0,"-4"-13"6"0,4 13-6 0,0 0-8 0,0 0-8 15,-4-14-9-15,4 14 1 0,0 0-8 0,0 0-1 16,8-16-3-16,-8 16-1 0,0 0-12 16,9-7-8-16,-9 7-9 0,8-8 1 0,-8 8-3 0,20-7-8 15,-11 5-6-15,7 0-7 0,-3 0 0 0,3 6-5 16,-3 0-4-16,3 3-5 0,1 3-3 0,-1-2-3 15,-3 4-4-15,-1 0 3 0,9 4-2 0,-1 0-6 16,-7 4-1-16,-1 0-2 0,1-3 4 0,-5 2-5 16,4 3 2-16,-8-3 2 0,1 3 0 0,-5-2 0 15,-5-5-2-15,1 6-2 0,0-1-3 0,-8 1-3 16,-5-3 1-16,-3 0-5 0,-1-2-13 0,-4-2-34 16,-4 6-45-16,4-11-56 0,0-5-49 0,-12-3-208 15,12-2-422-15,1-2 187 0</inkml:trace>
        </inkml:traceGroup>
      </inkml:traceGroup>
    </inkml:traceGroup>
  </inkml:traceGroup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85765-6834-4FB5-929E-F52E219E5401}" type="datetimeFigureOut">
              <a:rPr lang="en-IN" smtClean="0"/>
              <a:t>27-03-2023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C74A9-59C9-40C6-B7CC-D823D8B976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89890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85765-6834-4FB5-929E-F52E219E5401}" type="datetimeFigureOut">
              <a:rPr lang="en-IN" smtClean="0"/>
              <a:t>27-03-2023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C74A9-59C9-40C6-B7CC-D823D8B976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74637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85765-6834-4FB5-929E-F52E219E5401}" type="datetimeFigureOut">
              <a:rPr lang="en-IN" smtClean="0"/>
              <a:t>27-03-2023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C74A9-59C9-40C6-B7CC-D823D8B976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38971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85765-6834-4FB5-929E-F52E219E5401}" type="datetimeFigureOut">
              <a:rPr lang="en-IN" smtClean="0"/>
              <a:t>27-03-2023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C74A9-59C9-40C6-B7CC-D823D8B976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5911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85765-6834-4FB5-929E-F52E219E5401}" type="datetimeFigureOut">
              <a:rPr lang="en-IN" smtClean="0"/>
              <a:t>27-03-2023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C74A9-59C9-40C6-B7CC-D823D8B976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14092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85765-6834-4FB5-929E-F52E219E5401}" type="datetimeFigureOut">
              <a:rPr lang="en-IN" smtClean="0"/>
              <a:t>27-03-2023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C74A9-59C9-40C6-B7CC-D823D8B976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66618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85765-6834-4FB5-929E-F52E219E5401}" type="datetimeFigureOut">
              <a:rPr lang="en-IN" smtClean="0"/>
              <a:t>27-03-2023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C74A9-59C9-40C6-B7CC-D823D8B976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04159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85765-6834-4FB5-929E-F52E219E5401}" type="datetimeFigureOut">
              <a:rPr lang="en-IN" smtClean="0"/>
              <a:t>27-03-2023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C74A9-59C9-40C6-B7CC-D823D8B976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49642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85765-6834-4FB5-929E-F52E219E5401}" type="datetimeFigureOut">
              <a:rPr lang="en-IN" smtClean="0"/>
              <a:t>27-03-2023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C74A9-59C9-40C6-B7CC-D823D8B976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50884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85765-6834-4FB5-929E-F52E219E5401}" type="datetimeFigureOut">
              <a:rPr lang="en-IN" smtClean="0"/>
              <a:t>27-03-2023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C74A9-59C9-40C6-B7CC-D823D8B976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96371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85765-6834-4FB5-929E-F52E219E5401}" type="datetimeFigureOut">
              <a:rPr lang="en-IN" smtClean="0"/>
              <a:t>27-03-2023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C74A9-59C9-40C6-B7CC-D823D8B976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8606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385765-6834-4FB5-929E-F52E219E5401}" type="datetimeFigureOut">
              <a:rPr lang="en-IN" smtClean="0"/>
              <a:t>27-03-2023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7C74A9-59C9-40C6-B7CC-D823D8B976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26715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13" Type="http://schemas.openxmlformats.org/officeDocument/2006/relationships/image" Target="../media/image6.emf"/><Relationship Id="rId18" Type="http://schemas.openxmlformats.org/officeDocument/2006/relationships/customXml" Target="../ink/ink9.xml"/><Relationship Id="rId3" Type="http://schemas.openxmlformats.org/officeDocument/2006/relationships/image" Target="../media/image1.emf"/><Relationship Id="rId7" Type="http://schemas.openxmlformats.org/officeDocument/2006/relationships/image" Target="../media/image3.emf"/><Relationship Id="rId12" Type="http://schemas.openxmlformats.org/officeDocument/2006/relationships/customXml" Target="../ink/ink6.xml"/><Relationship Id="rId17" Type="http://schemas.openxmlformats.org/officeDocument/2006/relationships/image" Target="../media/image8.emf"/><Relationship Id="rId2" Type="http://schemas.openxmlformats.org/officeDocument/2006/relationships/customXml" Target="../ink/ink1.xml"/><Relationship Id="rId16" Type="http://schemas.openxmlformats.org/officeDocument/2006/relationships/customXml" Target="../ink/ink8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3.xml"/><Relationship Id="rId11" Type="http://schemas.openxmlformats.org/officeDocument/2006/relationships/image" Target="../media/image5.emf"/><Relationship Id="rId5" Type="http://schemas.openxmlformats.org/officeDocument/2006/relationships/image" Target="../media/image2.emf"/><Relationship Id="rId15" Type="http://schemas.openxmlformats.org/officeDocument/2006/relationships/image" Target="../media/image7.emf"/><Relationship Id="rId10" Type="http://schemas.openxmlformats.org/officeDocument/2006/relationships/customXml" Target="../ink/ink5.xml"/><Relationship Id="rId19" Type="http://schemas.openxmlformats.org/officeDocument/2006/relationships/customXml" Target="../ink/ink10.xml"/><Relationship Id="rId4" Type="http://schemas.openxmlformats.org/officeDocument/2006/relationships/customXml" Target="../ink/ink2.xml"/><Relationship Id="rId9" Type="http://schemas.openxmlformats.org/officeDocument/2006/relationships/image" Target="../media/image4.emf"/><Relationship Id="rId14" Type="http://schemas.openxmlformats.org/officeDocument/2006/relationships/customXml" Target="../ink/ink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customXml" Target="../ink/ink14.xml"/><Relationship Id="rId13" Type="http://schemas.openxmlformats.org/officeDocument/2006/relationships/image" Target="../media/image14.emf"/><Relationship Id="rId18" Type="http://schemas.openxmlformats.org/officeDocument/2006/relationships/customXml" Target="../ink/ink19.xml"/><Relationship Id="rId3" Type="http://schemas.openxmlformats.org/officeDocument/2006/relationships/image" Target="../media/image9.emf"/><Relationship Id="rId7" Type="http://schemas.openxmlformats.org/officeDocument/2006/relationships/image" Target="../media/image11.emf"/><Relationship Id="rId12" Type="http://schemas.openxmlformats.org/officeDocument/2006/relationships/customXml" Target="../ink/ink16.xml"/><Relationship Id="rId17" Type="http://schemas.openxmlformats.org/officeDocument/2006/relationships/image" Target="../media/image16.emf"/><Relationship Id="rId2" Type="http://schemas.openxmlformats.org/officeDocument/2006/relationships/customXml" Target="../ink/ink11.xml"/><Relationship Id="rId16" Type="http://schemas.openxmlformats.org/officeDocument/2006/relationships/customXml" Target="../ink/ink18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13.xml"/><Relationship Id="rId11" Type="http://schemas.openxmlformats.org/officeDocument/2006/relationships/image" Target="../media/image13.emf"/><Relationship Id="rId5" Type="http://schemas.openxmlformats.org/officeDocument/2006/relationships/image" Target="../media/image10.emf"/><Relationship Id="rId15" Type="http://schemas.openxmlformats.org/officeDocument/2006/relationships/image" Target="../media/image15.emf"/><Relationship Id="rId10" Type="http://schemas.openxmlformats.org/officeDocument/2006/relationships/customXml" Target="../ink/ink15.xml"/><Relationship Id="rId19" Type="http://schemas.openxmlformats.org/officeDocument/2006/relationships/image" Target="../media/image17.emf"/><Relationship Id="rId4" Type="http://schemas.openxmlformats.org/officeDocument/2006/relationships/customXml" Target="../ink/ink12.xml"/><Relationship Id="rId9" Type="http://schemas.openxmlformats.org/officeDocument/2006/relationships/image" Target="../media/image12.emf"/><Relationship Id="rId14" Type="http://schemas.openxmlformats.org/officeDocument/2006/relationships/customXml" Target="../ink/ink1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customXml" Target="../ink/ink23.xml"/><Relationship Id="rId13" Type="http://schemas.openxmlformats.org/officeDocument/2006/relationships/image" Target="../media/image23.emf"/><Relationship Id="rId3" Type="http://schemas.openxmlformats.org/officeDocument/2006/relationships/image" Target="../media/image18.emf"/><Relationship Id="rId7" Type="http://schemas.openxmlformats.org/officeDocument/2006/relationships/image" Target="../media/image20.emf"/><Relationship Id="rId12" Type="http://schemas.openxmlformats.org/officeDocument/2006/relationships/customXml" Target="../ink/ink25.xml"/><Relationship Id="rId2" Type="http://schemas.openxmlformats.org/officeDocument/2006/relationships/customXml" Target="../ink/ink20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22.xml"/><Relationship Id="rId11" Type="http://schemas.openxmlformats.org/officeDocument/2006/relationships/image" Target="../media/image22.emf"/><Relationship Id="rId5" Type="http://schemas.openxmlformats.org/officeDocument/2006/relationships/image" Target="../media/image19.emf"/><Relationship Id="rId15" Type="http://schemas.openxmlformats.org/officeDocument/2006/relationships/image" Target="../media/image24.emf"/><Relationship Id="rId10" Type="http://schemas.openxmlformats.org/officeDocument/2006/relationships/customXml" Target="../ink/ink24.xml"/><Relationship Id="rId4" Type="http://schemas.openxmlformats.org/officeDocument/2006/relationships/customXml" Target="../ink/ink21.xml"/><Relationship Id="rId9" Type="http://schemas.openxmlformats.org/officeDocument/2006/relationships/image" Target="../media/image21.emf"/><Relationship Id="rId14" Type="http://schemas.openxmlformats.org/officeDocument/2006/relationships/customXml" Target="../ink/ink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387777" y="2623279"/>
            <a:ext cx="580119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600" b="1" dirty="0" smtClean="0">
                <a:solidFill>
                  <a:schemeClr val="bg1"/>
                </a:solidFill>
              </a:rPr>
              <a:t>What is </a:t>
            </a:r>
            <a:r>
              <a:rPr lang="en-IN" sz="6600" b="1" dirty="0" err="1" smtClean="0">
                <a:solidFill>
                  <a:schemeClr val="bg1"/>
                </a:solidFill>
              </a:rPr>
              <a:t>Redux</a:t>
            </a:r>
            <a:r>
              <a:rPr lang="en-IN" sz="6600" b="1" dirty="0">
                <a:solidFill>
                  <a:schemeClr val="bg1"/>
                </a:solidFill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356194819"/>
      </p:ext>
    </p:extLst>
  </p:cSld>
  <p:clrMapOvr>
    <a:masterClrMapping/>
  </p:clrMapOvr>
  <p:transition spd="med">
    <p:cover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17161" y="2608288"/>
            <a:ext cx="1149745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000" b="1" dirty="0" err="1" smtClean="0">
                <a:solidFill>
                  <a:schemeClr val="bg1"/>
                </a:solidFill>
              </a:rPr>
              <a:t>Redux</a:t>
            </a:r>
            <a:r>
              <a:rPr lang="en-IN" sz="6000" b="1" dirty="0" smtClean="0">
                <a:solidFill>
                  <a:schemeClr val="bg1"/>
                </a:solidFill>
              </a:rPr>
              <a:t> is state management library</a:t>
            </a:r>
            <a:endParaRPr lang="en-IN" sz="6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7357331"/>
      </p:ext>
    </p:extLst>
  </p:cSld>
  <p:clrMapOvr>
    <a:masterClrMapping/>
  </p:clrMapOvr>
  <p:transition spd="med">
    <p:cover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59570" y="464843"/>
            <a:ext cx="993847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b="1" dirty="0" smtClean="0">
                <a:solidFill>
                  <a:schemeClr val="bg1"/>
                </a:solidFill>
              </a:rPr>
              <a:t>Problem Statement</a:t>
            </a:r>
            <a:endParaRPr lang="en-IN" sz="4800" b="1" dirty="0">
              <a:solidFill>
                <a:schemeClr val="bg1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074170" y="1755528"/>
            <a:ext cx="1798820" cy="7495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App</a:t>
            </a:r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2760689" y="3267883"/>
            <a:ext cx="1798820" cy="7495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err="1" smtClean="0"/>
              <a:t>Navbar</a:t>
            </a:r>
            <a:endParaRPr lang="en-IN" dirty="0"/>
          </a:p>
        </p:txBody>
      </p:sp>
      <p:sp>
        <p:nvSpPr>
          <p:cNvPr id="6" name="Rectangle 5"/>
          <p:cNvSpPr/>
          <p:nvPr/>
        </p:nvSpPr>
        <p:spPr>
          <a:xfrm>
            <a:off x="5074170" y="3257917"/>
            <a:ext cx="1798820" cy="7495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Content</a:t>
            </a:r>
            <a:endParaRPr lang="en-IN" dirty="0"/>
          </a:p>
        </p:txBody>
      </p:sp>
      <p:sp>
        <p:nvSpPr>
          <p:cNvPr id="7" name="Rectangle 6"/>
          <p:cNvSpPr/>
          <p:nvPr/>
        </p:nvSpPr>
        <p:spPr>
          <a:xfrm>
            <a:off x="7879829" y="3257917"/>
            <a:ext cx="1798820" cy="7495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Footer</a:t>
            </a:r>
            <a:endParaRPr lang="en-IN" dirty="0"/>
          </a:p>
        </p:txBody>
      </p:sp>
      <p:sp>
        <p:nvSpPr>
          <p:cNvPr id="8" name="Rectangle 7"/>
          <p:cNvSpPr/>
          <p:nvPr/>
        </p:nvSpPr>
        <p:spPr>
          <a:xfrm>
            <a:off x="5074170" y="4756933"/>
            <a:ext cx="1798820" cy="7495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err="1" smtClean="0"/>
              <a:t>ProfileInfo</a:t>
            </a:r>
            <a:endParaRPr lang="en-IN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9" name="Ink 8"/>
              <p14:cNvContentPartPr/>
              <p14:nvPr/>
            </p14:nvContentPartPr>
            <p14:xfrm>
              <a:off x="6856955" y="2252484"/>
              <a:ext cx="1465560" cy="1042560"/>
            </p14:xfrm>
          </p:contentPart>
        </mc:Choice>
        <mc:Fallback xmlns="">
          <p:pic>
            <p:nvPicPr>
              <p:cNvPr id="9" name="Ink 8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840399" y="2233044"/>
                <a:ext cx="1503351" cy="107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0" name="Ink 9"/>
              <p14:cNvContentPartPr/>
              <p14:nvPr/>
            </p14:nvContentPartPr>
            <p14:xfrm>
              <a:off x="6908435" y="2380644"/>
              <a:ext cx="286920" cy="798120"/>
            </p14:xfrm>
          </p:contentPart>
        </mc:Choice>
        <mc:Fallback xmlns="">
          <p:pic>
            <p:nvPicPr>
              <p:cNvPr id="10" name="Ink 9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900155" y="2369484"/>
                <a:ext cx="312120" cy="83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1" name="Ink 10"/>
              <p14:cNvContentPartPr/>
              <p14:nvPr/>
            </p14:nvContentPartPr>
            <p14:xfrm>
              <a:off x="6648155" y="4332204"/>
              <a:ext cx="261720" cy="304200"/>
            </p14:xfrm>
          </p:contentPart>
        </mc:Choice>
        <mc:Fallback xmlns="">
          <p:pic>
            <p:nvPicPr>
              <p:cNvPr id="11" name="Ink 10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631955" y="4324284"/>
                <a:ext cx="291960" cy="33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2" name="Ink 11"/>
              <p14:cNvContentPartPr/>
              <p14:nvPr/>
            </p14:nvContentPartPr>
            <p14:xfrm>
              <a:off x="6681635" y="3808044"/>
              <a:ext cx="424080" cy="740520"/>
            </p14:xfrm>
          </p:contentPart>
        </mc:Choice>
        <mc:Fallback xmlns="">
          <p:pic>
            <p:nvPicPr>
              <p:cNvPr id="12" name="Ink 11"/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661475" y="3794004"/>
                <a:ext cx="460080" cy="77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3" name="Ink 12"/>
              <p14:cNvContentPartPr/>
              <p14:nvPr/>
            </p14:nvContentPartPr>
            <p14:xfrm>
              <a:off x="3814955" y="2912004"/>
              <a:ext cx="341640" cy="301680"/>
            </p14:xfrm>
          </p:contentPart>
        </mc:Choice>
        <mc:Fallback xmlns="">
          <p:pic>
            <p:nvPicPr>
              <p:cNvPr id="13" name="Ink 12"/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798755" y="2899044"/>
                <a:ext cx="372600" cy="33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4" name="Ink 13"/>
              <p14:cNvContentPartPr/>
              <p14:nvPr/>
            </p14:nvContentPartPr>
            <p14:xfrm>
              <a:off x="3818195" y="2067084"/>
              <a:ext cx="734040" cy="420120"/>
            </p14:xfrm>
          </p:contentPart>
        </mc:Choice>
        <mc:Fallback xmlns="">
          <p:pic>
            <p:nvPicPr>
              <p:cNvPr id="14" name="Ink 13"/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809195" y="2049804"/>
                <a:ext cx="762840" cy="45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5" name="Ink 14"/>
              <p14:cNvContentPartPr/>
              <p14:nvPr/>
            </p14:nvContentPartPr>
            <p14:xfrm>
              <a:off x="3866075" y="2407284"/>
              <a:ext cx="1209960" cy="752040"/>
            </p14:xfrm>
          </p:contentPart>
        </mc:Choice>
        <mc:Fallback xmlns="">
          <p:pic>
            <p:nvPicPr>
              <p:cNvPr id="15" name="Ink 14"/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845195" y="2393244"/>
                <a:ext cx="1244520" cy="786960"/>
              </a:xfrm>
              <a:prstGeom prst="rect">
                <a:avLst/>
              </a:prstGeom>
            </p:spPr>
          </p:pic>
        </mc:Fallback>
      </mc:AlternateContent>
      <p:cxnSp>
        <p:nvCxnSpPr>
          <p:cNvPr id="17" name="Straight Connector 16"/>
          <p:cNvCxnSpPr>
            <a:stCxn id="3" idx="2"/>
            <a:endCxn id="6" idx="0"/>
          </p:cNvCxnSpPr>
          <p:nvPr/>
        </p:nvCxnSpPr>
        <p:spPr>
          <a:xfrm>
            <a:off x="5973580" y="2505036"/>
            <a:ext cx="0" cy="752881"/>
          </a:xfrm>
          <a:prstGeom prst="line">
            <a:avLst/>
          </a:prstGeom>
          <a:ln w="480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>
            <a:stCxn id="6" idx="2"/>
            <a:endCxn id="8" idx="0"/>
          </p:cNvCxnSpPr>
          <p:nvPr/>
        </p:nvCxnSpPr>
        <p:spPr>
          <a:xfrm>
            <a:off x="5973580" y="4007425"/>
            <a:ext cx="0" cy="749508"/>
          </a:xfrm>
          <a:prstGeom prst="line">
            <a:avLst/>
          </a:prstGeom>
          <a:ln w="480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Elbow Connector 35"/>
          <p:cNvCxnSpPr>
            <a:endCxn id="7" idx="0"/>
          </p:cNvCxnSpPr>
          <p:nvPr/>
        </p:nvCxnSpPr>
        <p:spPr>
          <a:xfrm>
            <a:off x="6873120" y="2008080"/>
            <a:ext cx="1906119" cy="1249837"/>
          </a:xfrm>
          <a:prstGeom prst="bentConnector2">
            <a:avLst/>
          </a:prstGeom>
          <a:ln w="480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Elbow Connector 41"/>
          <p:cNvCxnSpPr/>
          <p:nvPr/>
        </p:nvCxnSpPr>
        <p:spPr>
          <a:xfrm rot="10800000" flipV="1">
            <a:off x="3618145" y="1923840"/>
            <a:ext cx="1472061" cy="1344043"/>
          </a:xfrm>
          <a:prstGeom prst="bentConnector2">
            <a:avLst/>
          </a:prstGeom>
          <a:ln w="480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49" name="Ink 48"/>
              <p14:cNvContentPartPr/>
              <p14:nvPr/>
            </p14:nvContentPartPr>
            <p14:xfrm>
              <a:off x="6451318" y="1336786"/>
              <a:ext cx="1787040" cy="749880"/>
            </p14:xfrm>
          </p:contentPart>
        </mc:Choice>
        <mc:Fallback xmlns="">
          <p:pic>
            <p:nvPicPr>
              <p:cNvPr id="49" name="Ink 48"/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6442318" y="1319506"/>
                <a:ext cx="1803600" cy="78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58" name="Ink 57"/>
              <p14:cNvContentPartPr/>
              <p14:nvPr/>
            </p14:nvContentPartPr>
            <p14:xfrm>
              <a:off x="6451318" y="3004993"/>
              <a:ext cx="1787040" cy="749880"/>
            </p14:xfrm>
          </p:contentPart>
        </mc:Choice>
        <mc:Fallback xmlns="">
          <p:pic>
            <p:nvPicPr>
              <p:cNvPr id="58" name="Ink 57"/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6442318" y="2987713"/>
                <a:ext cx="1803600" cy="78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59" name="Ink 58"/>
              <p14:cNvContentPartPr/>
              <p14:nvPr/>
            </p14:nvContentPartPr>
            <p14:xfrm>
              <a:off x="6500021" y="4484304"/>
              <a:ext cx="1787040" cy="749880"/>
            </p14:xfrm>
          </p:contentPart>
        </mc:Choice>
        <mc:Fallback xmlns="">
          <p:pic>
            <p:nvPicPr>
              <p:cNvPr id="59" name="Ink 58"/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6491021" y="4467024"/>
                <a:ext cx="1803600" cy="789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45263913"/>
      </p:ext>
    </p:extLst>
  </p:cSld>
  <p:clrMapOvr>
    <a:masterClrMapping/>
  </p:clrMapOvr>
  <p:transition spd="med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7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7" grpId="0" animBg="1"/>
      <p:bldP spid="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59570" y="464843"/>
            <a:ext cx="993847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b="1" dirty="0" smtClean="0">
                <a:solidFill>
                  <a:schemeClr val="bg1"/>
                </a:solidFill>
              </a:rPr>
              <a:t>State Management</a:t>
            </a:r>
            <a:endParaRPr lang="en-IN" sz="4800" b="1" dirty="0">
              <a:solidFill>
                <a:schemeClr val="bg1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180288" y="2066145"/>
            <a:ext cx="1798820" cy="7495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App</a:t>
            </a:r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4866807" y="3410290"/>
            <a:ext cx="1798820" cy="7495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err="1" smtClean="0"/>
              <a:t>Navbar</a:t>
            </a:r>
            <a:endParaRPr lang="en-IN" dirty="0"/>
          </a:p>
        </p:txBody>
      </p:sp>
      <p:sp>
        <p:nvSpPr>
          <p:cNvPr id="6" name="Rectangle 5"/>
          <p:cNvSpPr/>
          <p:nvPr/>
        </p:nvSpPr>
        <p:spPr>
          <a:xfrm>
            <a:off x="7180288" y="3400324"/>
            <a:ext cx="1798820" cy="7495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Content</a:t>
            </a:r>
            <a:endParaRPr lang="en-IN" dirty="0"/>
          </a:p>
        </p:txBody>
      </p:sp>
      <p:sp>
        <p:nvSpPr>
          <p:cNvPr id="7" name="Rectangle 6"/>
          <p:cNvSpPr/>
          <p:nvPr/>
        </p:nvSpPr>
        <p:spPr>
          <a:xfrm>
            <a:off x="9985947" y="3400324"/>
            <a:ext cx="1798820" cy="7495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Footer</a:t>
            </a:r>
            <a:endParaRPr lang="en-IN" dirty="0"/>
          </a:p>
        </p:txBody>
      </p:sp>
      <p:sp>
        <p:nvSpPr>
          <p:cNvPr id="8" name="Rectangle 7"/>
          <p:cNvSpPr/>
          <p:nvPr/>
        </p:nvSpPr>
        <p:spPr>
          <a:xfrm>
            <a:off x="7180288" y="4899340"/>
            <a:ext cx="1798820" cy="7495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err="1" smtClean="0"/>
              <a:t>ProfileInfo</a:t>
            </a:r>
            <a:endParaRPr lang="en-IN" dirty="0"/>
          </a:p>
        </p:txBody>
      </p:sp>
      <p:sp>
        <p:nvSpPr>
          <p:cNvPr id="19" name="Oval 18"/>
          <p:cNvSpPr/>
          <p:nvPr/>
        </p:nvSpPr>
        <p:spPr>
          <a:xfrm>
            <a:off x="1398960" y="2499840"/>
            <a:ext cx="2091600" cy="2091600"/>
          </a:xfrm>
          <a:prstGeom prst="ellipse">
            <a:avLst/>
          </a:prstGeom>
          <a:noFill/>
          <a:ln w="480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FFFFFF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3" name="Ink 22"/>
              <p14:cNvContentPartPr/>
              <p14:nvPr/>
            </p14:nvContentPartPr>
            <p14:xfrm>
              <a:off x="1760158" y="1834666"/>
              <a:ext cx="1342440" cy="1870560"/>
            </p14:xfrm>
          </p:contentPart>
        </mc:Choice>
        <mc:Fallback xmlns="">
          <p:pic>
            <p:nvPicPr>
              <p:cNvPr id="23" name="Ink 22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748278" y="1821706"/>
                <a:ext cx="1370160" cy="1898640"/>
              </a:xfrm>
              <a:prstGeom prst="rect">
                <a:avLst/>
              </a:prstGeom>
            </p:spPr>
          </p:pic>
        </mc:Fallback>
      </mc:AlternateContent>
      <p:sp>
        <p:nvSpPr>
          <p:cNvPr id="26" name="Oval 25"/>
          <p:cNvSpPr/>
          <p:nvPr/>
        </p:nvSpPr>
        <p:spPr>
          <a:xfrm>
            <a:off x="2554560" y="2016000"/>
            <a:ext cx="136800" cy="136800"/>
          </a:xfrm>
          <a:prstGeom prst="ellipse">
            <a:avLst/>
          </a:prstGeom>
          <a:noFill/>
          <a:ln w="480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FFFFFF"/>
              </a:solidFill>
            </a:endParaRPr>
          </a:p>
        </p:txBody>
      </p:sp>
      <p:cxnSp>
        <p:nvCxnSpPr>
          <p:cNvPr id="57" name="Straight Connector 56"/>
          <p:cNvCxnSpPr>
            <a:stCxn id="19" idx="6"/>
            <a:endCxn id="3" idx="1"/>
          </p:cNvCxnSpPr>
          <p:nvPr/>
        </p:nvCxnSpPr>
        <p:spPr>
          <a:xfrm flipV="1">
            <a:off x="3490560" y="2440899"/>
            <a:ext cx="3689728" cy="1104741"/>
          </a:xfrm>
          <a:prstGeom prst="line">
            <a:avLst/>
          </a:prstGeom>
          <a:ln w="48000">
            <a:solidFill>
              <a:srgbClr val="FFFF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1" name="Ink 60"/>
              <p14:cNvContentPartPr/>
              <p14:nvPr/>
            </p14:nvContentPartPr>
            <p14:xfrm>
              <a:off x="4229038" y="2612266"/>
              <a:ext cx="897120" cy="492840"/>
            </p14:xfrm>
          </p:contentPart>
        </mc:Choice>
        <mc:Fallback xmlns="">
          <p:pic>
            <p:nvPicPr>
              <p:cNvPr id="61" name="Ink 60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209958" y="2594626"/>
                <a:ext cx="937800" cy="528840"/>
              </a:xfrm>
              <a:prstGeom prst="rect">
                <a:avLst/>
              </a:prstGeom>
            </p:spPr>
          </p:pic>
        </mc:Fallback>
      </mc:AlternateContent>
      <p:cxnSp>
        <p:nvCxnSpPr>
          <p:cNvPr id="70" name="Straight Connector 69"/>
          <p:cNvCxnSpPr>
            <a:endCxn id="4" idx="1"/>
          </p:cNvCxnSpPr>
          <p:nvPr/>
        </p:nvCxnSpPr>
        <p:spPr>
          <a:xfrm>
            <a:off x="3446641" y="3785044"/>
            <a:ext cx="1420167" cy="0"/>
          </a:xfrm>
          <a:prstGeom prst="line">
            <a:avLst/>
          </a:prstGeom>
          <a:ln w="48000">
            <a:solidFill>
              <a:srgbClr val="FFFF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/>
          <p:cNvCxnSpPr>
            <a:stCxn id="19" idx="5"/>
            <a:endCxn id="8" idx="1"/>
          </p:cNvCxnSpPr>
          <p:nvPr/>
        </p:nvCxnSpPr>
        <p:spPr>
          <a:xfrm>
            <a:off x="3184252" y="4285132"/>
            <a:ext cx="3996036" cy="988962"/>
          </a:xfrm>
          <a:prstGeom prst="straightConnector1">
            <a:avLst/>
          </a:prstGeom>
          <a:ln w="48000">
            <a:solidFill>
              <a:srgbClr val="FFFFFF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/>
          <p:cNvCxnSpPr>
            <a:stCxn id="3" idx="2"/>
            <a:endCxn id="6" idx="0"/>
          </p:cNvCxnSpPr>
          <p:nvPr/>
        </p:nvCxnSpPr>
        <p:spPr>
          <a:xfrm>
            <a:off x="8079698" y="2815653"/>
            <a:ext cx="0" cy="584671"/>
          </a:xfrm>
          <a:prstGeom prst="line">
            <a:avLst/>
          </a:prstGeom>
          <a:ln w="480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/>
          <p:cNvCxnSpPr>
            <a:stCxn id="3" idx="1"/>
            <a:endCxn id="4" idx="0"/>
          </p:cNvCxnSpPr>
          <p:nvPr/>
        </p:nvCxnSpPr>
        <p:spPr>
          <a:xfrm flipH="1">
            <a:off x="5766217" y="2440899"/>
            <a:ext cx="1414071" cy="969391"/>
          </a:xfrm>
          <a:prstGeom prst="line">
            <a:avLst/>
          </a:prstGeom>
          <a:ln w="480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/>
          <p:cNvCxnSpPr>
            <a:stCxn id="6" idx="2"/>
          </p:cNvCxnSpPr>
          <p:nvPr/>
        </p:nvCxnSpPr>
        <p:spPr>
          <a:xfrm rot="5400000">
            <a:off x="7704994" y="4524536"/>
            <a:ext cx="749408" cy="0"/>
          </a:xfrm>
          <a:prstGeom prst="line">
            <a:avLst/>
          </a:prstGeom>
          <a:ln w="480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/>
          <p:cNvCxnSpPr>
            <a:stCxn id="3" idx="3"/>
            <a:endCxn id="7" idx="1"/>
          </p:cNvCxnSpPr>
          <p:nvPr/>
        </p:nvCxnSpPr>
        <p:spPr>
          <a:xfrm>
            <a:off x="8979108" y="2440899"/>
            <a:ext cx="1006839" cy="1334179"/>
          </a:xfrm>
          <a:prstGeom prst="line">
            <a:avLst/>
          </a:prstGeom>
          <a:ln w="480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8" name="Group 227"/>
          <p:cNvGrpSpPr/>
          <p:nvPr/>
        </p:nvGrpSpPr>
        <p:grpSpPr>
          <a:xfrm>
            <a:off x="6989409" y="1292329"/>
            <a:ext cx="2493118" cy="527040"/>
            <a:chOff x="7223400" y="1297546"/>
            <a:chExt cx="2493118" cy="527040"/>
          </a:xfrm>
        </p:grpSpPr>
        <p:cxnSp>
          <p:nvCxnSpPr>
            <p:cNvPr id="159" name="Curved Connector 158"/>
            <p:cNvCxnSpPr/>
            <p:nvPr/>
          </p:nvCxnSpPr>
          <p:spPr>
            <a:xfrm rot="10800000" flipV="1">
              <a:off x="7223400" y="1298160"/>
              <a:ext cx="68400" cy="406800"/>
            </a:xfrm>
            <a:prstGeom prst="curvedConnector3">
              <a:avLst>
                <a:gd name="adj1" fmla="val 486316"/>
              </a:avLst>
            </a:prstGeom>
            <a:ln w="480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2" name="Oval 161"/>
            <p:cNvSpPr/>
            <p:nvPr/>
          </p:nvSpPr>
          <p:spPr>
            <a:xfrm>
              <a:off x="7290360" y="1539720"/>
              <a:ext cx="141480" cy="141480"/>
            </a:xfrm>
            <a:prstGeom prst="ellipse">
              <a:avLst/>
            </a:prstGeom>
            <a:noFill/>
            <a:ln w="4800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rgbClr val="FFFFFF"/>
                </a:solidFill>
              </a:endParaRPr>
            </a:p>
          </p:txBody>
        </p:sp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66" name="Ink 165"/>
                <p14:cNvContentPartPr/>
                <p14:nvPr/>
              </p14:nvContentPartPr>
              <p14:xfrm>
                <a:off x="7498558" y="1297546"/>
                <a:ext cx="2217960" cy="465840"/>
              </p14:xfrm>
            </p:contentPart>
          </mc:Choice>
          <mc:Fallback xmlns="">
            <p:pic>
              <p:nvPicPr>
                <p:cNvPr id="166" name="Ink 165"/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7485598" y="1276666"/>
                  <a:ext cx="2243160" cy="506880"/>
                </a:xfrm>
                <a:prstGeom prst="rect">
                  <a:avLst/>
                </a:prstGeom>
              </p:spPr>
            </p:pic>
          </mc:Fallback>
        </mc:AlternateContent>
        <p:sp>
          <p:nvSpPr>
            <p:cNvPr id="169" name="Oval 168"/>
            <p:cNvSpPr/>
            <p:nvPr/>
          </p:nvSpPr>
          <p:spPr>
            <a:xfrm>
              <a:off x="7767360" y="1479960"/>
              <a:ext cx="147960" cy="147960"/>
            </a:xfrm>
            <a:prstGeom prst="ellipse">
              <a:avLst/>
            </a:prstGeom>
            <a:noFill/>
            <a:ln w="4800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rgbClr val="FFFFFF"/>
                </a:solidFill>
              </a:endParaRPr>
            </a:p>
          </p:txBody>
        </p:sp>
        <p:sp>
          <p:nvSpPr>
            <p:cNvPr id="172" name="Oval 171"/>
            <p:cNvSpPr/>
            <p:nvPr/>
          </p:nvSpPr>
          <p:spPr>
            <a:xfrm>
              <a:off x="7946280" y="1503360"/>
              <a:ext cx="105480" cy="105480"/>
            </a:xfrm>
            <a:prstGeom prst="ellipse">
              <a:avLst/>
            </a:prstGeom>
            <a:noFill/>
            <a:ln w="4800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rgbClr val="FFFFFF"/>
                </a:solidFill>
              </a:endParaRPr>
            </a:p>
          </p:txBody>
        </p:sp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85" name="Ink 184"/>
                <p14:cNvContentPartPr/>
                <p14:nvPr/>
              </p14:nvContentPartPr>
              <p14:xfrm>
                <a:off x="7227478" y="1792906"/>
                <a:ext cx="2280240" cy="31680"/>
              </p14:xfrm>
            </p:contentPart>
          </mc:Choice>
          <mc:Fallback xmlns="">
            <p:pic>
              <p:nvPicPr>
                <p:cNvPr id="185" name="Ink 184"/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7214878" y="1776346"/>
                  <a:ext cx="2311920" cy="63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96" name="Ink 195"/>
              <p14:cNvContentPartPr/>
              <p14:nvPr/>
            </p14:nvContentPartPr>
            <p14:xfrm>
              <a:off x="10045918" y="5523586"/>
              <a:ext cx="1493280" cy="488880"/>
            </p14:xfrm>
          </p:contentPart>
        </mc:Choice>
        <mc:Fallback xmlns="">
          <p:pic>
            <p:nvPicPr>
              <p:cNvPr id="196" name="Ink 195"/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0034398" y="5506666"/>
                <a:ext cx="1520640" cy="51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05" name="Ink 204"/>
              <p14:cNvContentPartPr/>
              <p14:nvPr/>
            </p14:nvContentPartPr>
            <p14:xfrm>
              <a:off x="10315198" y="6050986"/>
              <a:ext cx="1102320" cy="68040"/>
            </p14:xfrm>
          </p:contentPart>
        </mc:Choice>
        <mc:Fallback xmlns="">
          <p:pic>
            <p:nvPicPr>
              <p:cNvPr id="205" name="Ink 204"/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0305478" y="6034786"/>
                <a:ext cx="1119960" cy="9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213" name="Ink 212"/>
              <p14:cNvContentPartPr/>
              <p14:nvPr/>
            </p14:nvContentPartPr>
            <p14:xfrm>
              <a:off x="2713078" y="5021746"/>
              <a:ext cx="2713320" cy="544680"/>
            </p14:xfrm>
          </p:contentPart>
        </mc:Choice>
        <mc:Fallback xmlns="">
          <p:pic>
            <p:nvPicPr>
              <p:cNvPr id="213" name="Ink 212"/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697958" y="5008426"/>
                <a:ext cx="2744640" cy="56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227" name="Ink 226"/>
              <p14:cNvContentPartPr/>
              <p14:nvPr/>
            </p14:nvContentPartPr>
            <p14:xfrm>
              <a:off x="2790118" y="5541226"/>
              <a:ext cx="2327040" cy="135360"/>
            </p14:xfrm>
          </p:contentPart>
        </mc:Choice>
        <mc:Fallback xmlns="">
          <p:pic>
            <p:nvPicPr>
              <p:cNvPr id="227" name="Ink 226"/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772478" y="5521066"/>
                <a:ext cx="2364480" cy="166680"/>
              </a:xfrm>
              <a:prstGeom prst="rect">
                <a:avLst/>
              </a:prstGeom>
            </p:spPr>
          </p:pic>
        </mc:Fallback>
      </mc:AlternateContent>
      <p:cxnSp>
        <p:nvCxnSpPr>
          <p:cNvPr id="243" name="Straight Connector 242"/>
          <p:cNvCxnSpPr/>
          <p:nvPr/>
        </p:nvCxnSpPr>
        <p:spPr>
          <a:xfrm rot="10800000">
            <a:off x="3370680" y="4020120"/>
            <a:ext cx="1496160" cy="0"/>
          </a:xfrm>
          <a:prstGeom prst="line">
            <a:avLst/>
          </a:prstGeom>
          <a:ln w="24000">
            <a:solidFill>
              <a:srgbClr val="ED1C2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247" name="Ink 246"/>
              <p14:cNvContentPartPr/>
              <p14:nvPr/>
            </p14:nvContentPartPr>
            <p14:xfrm>
              <a:off x="3967427" y="4045027"/>
              <a:ext cx="730440" cy="275760"/>
            </p14:xfrm>
          </p:contentPart>
        </mc:Choice>
        <mc:Fallback xmlns="">
          <p:pic>
            <p:nvPicPr>
              <p:cNvPr id="247" name="Ink 246"/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3959867" y="4038187"/>
                <a:ext cx="741960" cy="291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38414017"/>
      </p:ext>
    </p:extLst>
  </p:cSld>
  <p:clrMapOvr>
    <a:masterClrMapping/>
  </p:clrMapOvr>
  <p:transition spd="med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4" dur="5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7" dur="50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7" grpId="0" animBg="1"/>
      <p:bldP spid="8" grpId="0" animBg="1"/>
      <p:bldP spid="19" grpId="0" animBg="1"/>
      <p:bldP spid="2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261610" y="2797748"/>
            <a:ext cx="1026076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b="1" dirty="0" err="1" smtClean="0">
                <a:solidFill>
                  <a:schemeClr val="bg1"/>
                </a:solidFill>
              </a:rPr>
              <a:t>Redux</a:t>
            </a:r>
            <a:r>
              <a:rPr lang="en-IN" sz="4800" b="1" dirty="0" smtClean="0">
                <a:solidFill>
                  <a:schemeClr val="bg1"/>
                </a:solidFill>
              </a:rPr>
              <a:t> Architecture</a:t>
            </a:r>
            <a:endParaRPr lang="en-IN" sz="4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7564005"/>
      </p:ext>
    </p:extLst>
  </p:cSld>
  <p:clrMapOvr>
    <a:masterClrMapping/>
  </p:clrMapOvr>
  <p:transition spd="med">
    <p:cover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4361165" y="1567961"/>
            <a:ext cx="2759301" cy="96357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 smtClean="0"/>
              <a:t>STORE</a:t>
            </a:r>
            <a:endParaRPr lang="en-IN" sz="3200" b="1" dirty="0"/>
          </a:p>
        </p:txBody>
      </p:sp>
      <p:sp>
        <p:nvSpPr>
          <p:cNvPr id="4" name="Rectangle 3"/>
          <p:cNvSpPr/>
          <p:nvPr/>
        </p:nvSpPr>
        <p:spPr>
          <a:xfrm>
            <a:off x="4361165" y="3189327"/>
            <a:ext cx="2759301" cy="7011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600" b="1" dirty="0" smtClean="0"/>
              <a:t>ACTION</a:t>
            </a:r>
            <a:endParaRPr lang="en-IN" b="1" dirty="0"/>
          </a:p>
        </p:txBody>
      </p:sp>
      <p:sp>
        <p:nvSpPr>
          <p:cNvPr id="6" name="Rectangle 5"/>
          <p:cNvSpPr/>
          <p:nvPr/>
        </p:nvSpPr>
        <p:spPr>
          <a:xfrm>
            <a:off x="4361165" y="4490587"/>
            <a:ext cx="2759301" cy="7495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 smtClean="0"/>
              <a:t>REDUCER</a:t>
            </a:r>
            <a:endParaRPr lang="en-IN" sz="3200" b="1" dirty="0"/>
          </a:p>
        </p:txBody>
      </p:sp>
    </p:spTree>
    <p:extLst>
      <p:ext uri="{BB962C8B-B14F-4D97-AF65-F5344CB8AC3E}">
        <p14:creationId xmlns:p14="http://schemas.microsoft.com/office/powerpoint/2010/main" val="3820863800"/>
      </p:ext>
    </p:extLst>
  </p:cSld>
  <p:clrMapOvr>
    <a:masterClrMapping/>
  </p:clrMapOvr>
  <p:transition spd="med">
    <p:cover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442210" y="232348"/>
            <a:ext cx="1026076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b="1" dirty="0" err="1" smtClean="0">
                <a:solidFill>
                  <a:schemeClr val="bg1"/>
                </a:solidFill>
              </a:rPr>
              <a:t>Redux</a:t>
            </a:r>
            <a:r>
              <a:rPr lang="en-IN" sz="4800" b="1" dirty="0" smtClean="0">
                <a:solidFill>
                  <a:schemeClr val="bg1"/>
                </a:solidFill>
              </a:rPr>
              <a:t> Architecture</a:t>
            </a:r>
            <a:endParaRPr lang="en-IN" sz="4800" b="1" dirty="0">
              <a:solidFill>
                <a:schemeClr val="bg1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9551233" y="2880294"/>
            <a:ext cx="1798820" cy="7495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UI</a:t>
            </a:r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7669900" y="5009376"/>
            <a:ext cx="1798820" cy="7495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Action</a:t>
            </a:r>
            <a:endParaRPr lang="en-IN" dirty="0"/>
          </a:p>
        </p:txBody>
      </p:sp>
      <p:sp>
        <p:nvSpPr>
          <p:cNvPr id="6" name="Rectangle 5"/>
          <p:cNvSpPr/>
          <p:nvPr/>
        </p:nvSpPr>
        <p:spPr>
          <a:xfrm>
            <a:off x="3962399" y="5009376"/>
            <a:ext cx="1798820" cy="7495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Reducers</a:t>
            </a:r>
            <a:endParaRPr lang="en-IN" dirty="0"/>
          </a:p>
        </p:txBody>
      </p:sp>
      <p:sp>
        <p:nvSpPr>
          <p:cNvPr id="7" name="Rectangle 6"/>
          <p:cNvSpPr/>
          <p:nvPr/>
        </p:nvSpPr>
        <p:spPr>
          <a:xfrm>
            <a:off x="2163579" y="2880294"/>
            <a:ext cx="1798820" cy="7495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Store</a:t>
            </a:r>
            <a:endParaRPr lang="en-IN" dirty="0"/>
          </a:p>
        </p:txBody>
      </p:sp>
      <p:sp>
        <p:nvSpPr>
          <p:cNvPr id="8" name="Rectangle 7"/>
          <p:cNvSpPr/>
          <p:nvPr/>
        </p:nvSpPr>
        <p:spPr>
          <a:xfrm>
            <a:off x="5871147" y="1507125"/>
            <a:ext cx="1798820" cy="7495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State</a:t>
            </a:r>
            <a:endParaRPr lang="en-IN" dirty="0"/>
          </a:p>
        </p:txBody>
      </p:sp>
      <p:cxnSp>
        <p:nvCxnSpPr>
          <p:cNvPr id="10" name="Elbow Connector 9"/>
          <p:cNvCxnSpPr>
            <a:stCxn id="8" idx="3"/>
          </p:cNvCxnSpPr>
          <p:nvPr/>
        </p:nvCxnSpPr>
        <p:spPr>
          <a:xfrm>
            <a:off x="7669967" y="1881879"/>
            <a:ext cx="1934113" cy="998481"/>
          </a:xfrm>
          <a:prstGeom prst="bentConnector2">
            <a:avLst/>
          </a:prstGeom>
          <a:ln w="24000">
            <a:solidFill>
              <a:srgbClr val="FFFF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Elbow Connector 12"/>
          <p:cNvCxnSpPr/>
          <p:nvPr/>
        </p:nvCxnSpPr>
        <p:spPr>
          <a:xfrm rot="5400000">
            <a:off x="8796960" y="4301640"/>
            <a:ext cx="1651320" cy="307800"/>
          </a:xfrm>
          <a:prstGeom prst="bentConnector2">
            <a:avLst/>
          </a:prstGeom>
          <a:ln w="24000">
            <a:solidFill>
              <a:srgbClr val="FFFF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>
            <a:stCxn id="4" idx="1"/>
            <a:endCxn id="6" idx="3"/>
          </p:cNvCxnSpPr>
          <p:nvPr/>
        </p:nvCxnSpPr>
        <p:spPr>
          <a:xfrm flipH="1">
            <a:off x="5761219" y="5384130"/>
            <a:ext cx="1908681" cy="0"/>
          </a:xfrm>
          <a:prstGeom prst="line">
            <a:avLst/>
          </a:prstGeom>
          <a:ln w="24000">
            <a:solidFill>
              <a:srgbClr val="FFFF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Elbow Connector 18"/>
          <p:cNvCxnSpPr>
            <a:stCxn id="6" idx="1"/>
            <a:endCxn id="7" idx="2"/>
          </p:cNvCxnSpPr>
          <p:nvPr/>
        </p:nvCxnSpPr>
        <p:spPr>
          <a:xfrm rot="10800000">
            <a:off x="3062989" y="3629802"/>
            <a:ext cx="899410" cy="1754328"/>
          </a:xfrm>
          <a:prstGeom prst="bentConnector2">
            <a:avLst/>
          </a:prstGeom>
          <a:ln w="24000">
            <a:solidFill>
              <a:srgbClr val="FFFF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Elbow Connector 21"/>
          <p:cNvCxnSpPr>
            <a:stCxn id="7" idx="0"/>
            <a:endCxn id="8" idx="1"/>
          </p:cNvCxnSpPr>
          <p:nvPr/>
        </p:nvCxnSpPr>
        <p:spPr>
          <a:xfrm rot="5400000" flipH="1" flipV="1">
            <a:off x="3967861" y="977008"/>
            <a:ext cx="998415" cy="2808158"/>
          </a:xfrm>
          <a:prstGeom prst="bentConnector2">
            <a:avLst/>
          </a:prstGeom>
          <a:ln w="24000">
            <a:solidFill>
              <a:srgbClr val="FFFF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4" name="Ink 63"/>
              <p14:cNvContentPartPr/>
              <p14:nvPr/>
            </p14:nvContentPartPr>
            <p14:xfrm>
              <a:off x="3672118" y="1390066"/>
              <a:ext cx="961200" cy="380880"/>
            </p14:xfrm>
          </p:contentPart>
        </mc:Choice>
        <mc:Fallback xmlns="">
          <p:pic>
            <p:nvPicPr>
              <p:cNvPr id="64" name="Ink 6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663478" y="1382146"/>
                <a:ext cx="979560" cy="397080"/>
              </a:xfrm>
              <a:prstGeom prst="rect">
                <a:avLst/>
              </a:prstGeom>
            </p:spPr>
          </p:pic>
        </mc:Fallback>
      </mc:AlternateContent>
      <p:sp>
        <p:nvSpPr>
          <p:cNvPr id="78" name="Oval 77"/>
          <p:cNvSpPr/>
          <p:nvPr/>
        </p:nvSpPr>
        <p:spPr>
          <a:xfrm>
            <a:off x="3831840" y="1609200"/>
            <a:ext cx="119160" cy="119160"/>
          </a:xfrm>
          <a:prstGeom prst="ellipse">
            <a:avLst/>
          </a:prstGeom>
          <a:noFill/>
          <a:ln w="240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FFFFFF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03" name="Ink 102"/>
              <p14:cNvContentPartPr/>
              <p14:nvPr/>
            </p14:nvContentPartPr>
            <p14:xfrm>
              <a:off x="9140518" y="971026"/>
              <a:ext cx="1724400" cy="696240"/>
            </p14:xfrm>
          </p:contentPart>
        </mc:Choice>
        <mc:Fallback xmlns="">
          <p:pic>
            <p:nvPicPr>
              <p:cNvPr id="103" name="Ink 102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134398" y="964186"/>
                <a:ext cx="1738800" cy="710280"/>
              </a:xfrm>
              <a:prstGeom prst="rect">
                <a:avLst/>
              </a:prstGeom>
            </p:spPr>
          </p:pic>
        </mc:Fallback>
      </mc:AlternateContent>
      <p:sp>
        <p:nvSpPr>
          <p:cNvPr id="230" name="Oval 229"/>
          <p:cNvSpPr/>
          <p:nvPr/>
        </p:nvSpPr>
        <p:spPr>
          <a:xfrm>
            <a:off x="9423720" y="5926680"/>
            <a:ext cx="87480" cy="87480"/>
          </a:xfrm>
          <a:prstGeom prst="ellipse">
            <a:avLst/>
          </a:prstGeom>
          <a:noFill/>
          <a:ln w="240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FFFFFF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32" name="Ink 231"/>
              <p14:cNvContentPartPr/>
              <p14:nvPr/>
            </p14:nvContentPartPr>
            <p14:xfrm>
              <a:off x="8132987" y="5749267"/>
              <a:ext cx="1666800" cy="570960"/>
            </p14:xfrm>
          </p:contentPart>
        </mc:Choice>
        <mc:Fallback xmlns="">
          <p:pic>
            <p:nvPicPr>
              <p:cNvPr id="232" name="Ink 231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123267" y="5738827"/>
                <a:ext cx="1680840" cy="59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34" name="Ink 233"/>
              <p14:cNvContentPartPr/>
              <p14:nvPr/>
            </p14:nvContentPartPr>
            <p14:xfrm>
              <a:off x="9879707" y="3835867"/>
              <a:ext cx="1287000" cy="341280"/>
            </p14:xfrm>
          </p:contentPart>
        </mc:Choice>
        <mc:Fallback xmlns="">
          <p:pic>
            <p:nvPicPr>
              <p:cNvPr id="234" name="Ink 233"/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870347" y="3827587"/>
                <a:ext cx="1307520" cy="35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47" name="Ink 246"/>
              <p14:cNvContentPartPr/>
              <p14:nvPr/>
            </p14:nvContentPartPr>
            <p14:xfrm>
              <a:off x="3268198" y="3922666"/>
              <a:ext cx="1010520" cy="384480"/>
            </p14:xfrm>
          </p:contentPart>
        </mc:Choice>
        <mc:Fallback xmlns="">
          <p:pic>
            <p:nvPicPr>
              <p:cNvPr id="247" name="Ink 246"/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259198" y="3915826"/>
                <a:ext cx="1027800" cy="40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76" name="Ink 275"/>
              <p14:cNvContentPartPr/>
              <p14:nvPr/>
            </p14:nvContentPartPr>
            <p14:xfrm>
              <a:off x="4137707" y="5808667"/>
              <a:ext cx="1634760" cy="304200"/>
            </p14:xfrm>
          </p:contentPart>
        </mc:Choice>
        <mc:Fallback xmlns="">
          <p:pic>
            <p:nvPicPr>
              <p:cNvPr id="276" name="Ink 275"/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131587" y="5801827"/>
                <a:ext cx="1645200" cy="31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295" name="Ink 294"/>
              <p14:cNvContentPartPr/>
              <p14:nvPr/>
            </p14:nvContentPartPr>
            <p14:xfrm>
              <a:off x="6145427" y="4955827"/>
              <a:ext cx="653760" cy="239040"/>
            </p14:xfrm>
          </p:contentPart>
        </mc:Choice>
        <mc:Fallback xmlns="">
          <p:pic>
            <p:nvPicPr>
              <p:cNvPr id="295" name="Ink 294"/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6135707" y="4947547"/>
                <a:ext cx="672120" cy="257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39931870"/>
      </p:ext>
    </p:extLst>
  </p:cSld>
  <p:clrMapOvr>
    <a:masterClrMapping/>
  </p:clrMapOvr>
  <p:transition spd="med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5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5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250"/>
                                        <p:tgtEl>
                                          <p:spTgt spid="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9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5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25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25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25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25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25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25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7" grpId="0" animBg="1"/>
      <p:bldP spid="8" grpId="0" animBg="1"/>
      <p:bldP spid="78" grpId="0" animBg="1"/>
      <p:bldP spid="230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35</Words>
  <Application>Microsoft Office PowerPoint</Application>
  <PresentationFormat>Widescreen</PresentationFormat>
  <Paragraphs>24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DurgeshPC</dc:creator>
  <cp:lastModifiedBy>DurgeshPC</cp:lastModifiedBy>
  <cp:revision>8</cp:revision>
  <dcterms:created xsi:type="dcterms:W3CDTF">2023-03-21T06:13:28Z</dcterms:created>
  <dcterms:modified xsi:type="dcterms:W3CDTF">2023-03-27T14:10:31Z</dcterms:modified>
</cp:coreProperties>
</file>